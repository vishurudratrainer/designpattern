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7" r:id="rId9"/>
    <p:sldId id="268" r:id="rId10"/>
    <p:sldId id="269" r:id="rId11"/>
    <p:sldId id="274" r:id="rId12"/>
    <p:sldId id="275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89702A-12D9-4600-B0E3-738EA7EA1F02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IN"/>
        </a:p>
      </dgm:t>
    </dgm:pt>
    <dgm:pt modelId="{D671EB31-4F1B-43B1-B96D-81BDC3853118}">
      <dgm:prSet/>
      <dgm:spPr/>
      <dgm:t>
        <a:bodyPr/>
        <a:lstStyle/>
        <a:p>
          <a:r>
            <a:rPr lang="en-IN"/>
            <a:t>Traditional </a:t>
          </a:r>
        </a:p>
      </dgm:t>
    </dgm:pt>
    <dgm:pt modelId="{79897D39-63A4-4B3D-BC1A-54BDECFFCD18}" type="parTrans" cxnId="{15C8640D-06A0-4A25-841D-200C2DFCC859}">
      <dgm:prSet/>
      <dgm:spPr/>
      <dgm:t>
        <a:bodyPr/>
        <a:lstStyle/>
        <a:p>
          <a:endParaRPr lang="en-IN"/>
        </a:p>
      </dgm:t>
    </dgm:pt>
    <dgm:pt modelId="{E70EDBDC-B64A-48DA-95D9-364D00D4DE4F}" type="sibTrans" cxnId="{15C8640D-06A0-4A25-841D-200C2DFCC859}">
      <dgm:prSet/>
      <dgm:spPr/>
      <dgm:t>
        <a:bodyPr/>
        <a:lstStyle/>
        <a:p>
          <a:endParaRPr lang="en-IN"/>
        </a:p>
      </dgm:t>
    </dgm:pt>
    <dgm:pt modelId="{11480227-9308-4885-A5F5-B7AFD833AB7C}">
      <dgm:prSet/>
      <dgm:spPr/>
      <dgm:t>
        <a:bodyPr/>
        <a:lstStyle/>
        <a:p>
          <a:r>
            <a:rPr lang="en-IN"/>
            <a:t>Modern </a:t>
          </a:r>
        </a:p>
      </dgm:t>
    </dgm:pt>
    <dgm:pt modelId="{FFE594AA-468E-47AD-B606-D2D7517A5F54}" type="parTrans" cxnId="{8E044FAB-265C-443B-B6A3-F162F20DEB23}">
      <dgm:prSet/>
      <dgm:spPr/>
      <dgm:t>
        <a:bodyPr/>
        <a:lstStyle/>
        <a:p>
          <a:endParaRPr lang="en-IN"/>
        </a:p>
      </dgm:t>
    </dgm:pt>
    <dgm:pt modelId="{40D9AF17-E15C-4CDE-A67A-FED53E0F5F9D}" type="sibTrans" cxnId="{8E044FAB-265C-443B-B6A3-F162F20DEB23}">
      <dgm:prSet/>
      <dgm:spPr/>
      <dgm:t>
        <a:bodyPr/>
        <a:lstStyle/>
        <a:p>
          <a:endParaRPr lang="en-IN"/>
        </a:p>
      </dgm:t>
    </dgm:pt>
    <dgm:pt modelId="{6F644460-402E-468A-AA02-FBF84D3C43DC}">
      <dgm:prSet/>
      <dgm:spPr/>
      <dgm:t>
        <a:bodyPr/>
        <a:lstStyle/>
        <a:p>
          <a:r>
            <a:rPr lang="en-IN"/>
            <a:t>Microservices</a:t>
          </a:r>
        </a:p>
      </dgm:t>
    </dgm:pt>
    <dgm:pt modelId="{D465E25E-7104-4B99-B252-5DD0BC7BCAC2}" type="parTrans" cxnId="{8DC306BC-9A2B-44E7-BC9D-3C4ADC1E1A59}">
      <dgm:prSet/>
      <dgm:spPr/>
      <dgm:t>
        <a:bodyPr/>
        <a:lstStyle/>
        <a:p>
          <a:endParaRPr lang="en-IN"/>
        </a:p>
      </dgm:t>
    </dgm:pt>
    <dgm:pt modelId="{2D903080-1FB9-4FE2-A36B-3D7DCA799B69}" type="sibTrans" cxnId="{8DC306BC-9A2B-44E7-BC9D-3C4ADC1E1A59}">
      <dgm:prSet/>
      <dgm:spPr/>
      <dgm:t>
        <a:bodyPr/>
        <a:lstStyle/>
        <a:p>
          <a:endParaRPr lang="en-IN"/>
        </a:p>
      </dgm:t>
    </dgm:pt>
    <dgm:pt modelId="{5AD0975D-681C-4030-B52B-D2BE06323ECA}" type="pres">
      <dgm:prSet presAssocID="{CB89702A-12D9-4600-B0E3-738EA7EA1F02}" presName="CompostProcess" presStyleCnt="0">
        <dgm:presLayoutVars>
          <dgm:dir/>
          <dgm:resizeHandles val="exact"/>
        </dgm:presLayoutVars>
      </dgm:prSet>
      <dgm:spPr/>
    </dgm:pt>
    <dgm:pt modelId="{FC38000E-809F-4DFD-8D42-38D12AF1E056}" type="pres">
      <dgm:prSet presAssocID="{CB89702A-12D9-4600-B0E3-738EA7EA1F02}" presName="arrow" presStyleLbl="bgShp" presStyleIdx="0" presStyleCnt="1"/>
      <dgm:spPr/>
    </dgm:pt>
    <dgm:pt modelId="{DC9597DB-BAC8-49EF-B62B-363FF601D6EC}" type="pres">
      <dgm:prSet presAssocID="{CB89702A-12D9-4600-B0E3-738EA7EA1F02}" presName="linearProcess" presStyleCnt="0"/>
      <dgm:spPr/>
    </dgm:pt>
    <dgm:pt modelId="{852B9B48-A438-43C5-B85D-C4267505EF74}" type="pres">
      <dgm:prSet presAssocID="{D671EB31-4F1B-43B1-B96D-81BDC3853118}" presName="textNode" presStyleLbl="node1" presStyleIdx="0" presStyleCnt="3">
        <dgm:presLayoutVars>
          <dgm:bulletEnabled val="1"/>
        </dgm:presLayoutVars>
      </dgm:prSet>
      <dgm:spPr/>
    </dgm:pt>
    <dgm:pt modelId="{2E004D2A-DCC7-4EA8-95B9-603938CC586D}" type="pres">
      <dgm:prSet presAssocID="{E70EDBDC-B64A-48DA-95D9-364D00D4DE4F}" presName="sibTrans" presStyleCnt="0"/>
      <dgm:spPr/>
    </dgm:pt>
    <dgm:pt modelId="{7C2EC48F-869F-4D77-AA11-A95B93C80423}" type="pres">
      <dgm:prSet presAssocID="{11480227-9308-4885-A5F5-B7AFD833AB7C}" presName="textNode" presStyleLbl="node1" presStyleIdx="1" presStyleCnt="3">
        <dgm:presLayoutVars>
          <dgm:bulletEnabled val="1"/>
        </dgm:presLayoutVars>
      </dgm:prSet>
      <dgm:spPr/>
    </dgm:pt>
    <dgm:pt modelId="{76786259-E641-4328-8342-1DD8481E8AC6}" type="pres">
      <dgm:prSet presAssocID="{40D9AF17-E15C-4CDE-A67A-FED53E0F5F9D}" presName="sibTrans" presStyleCnt="0"/>
      <dgm:spPr/>
    </dgm:pt>
    <dgm:pt modelId="{99F82AD2-F6C9-4560-9A3C-CAB05B219FEF}" type="pres">
      <dgm:prSet presAssocID="{6F644460-402E-468A-AA02-FBF84D3C43DC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15C8640D-06A0-4A25-841D-200C2DFCC859}" srcId="{CB89702A-12D9-4600-B0E3-738EA7EA1F02}" destId="{D671EB31-4F1B-43B1-B96D-81BDC3853118}" srcOrd="0" destOrd="0" parTransId="{79897D39-63A4-4B3D-BC1A-54BDECFFCD18}" sibTransId="{E70EDBDC-B64A-48DA-95D9-364D00D4DE4F}"/>
    <dgm:cxn modelId="{F0F3355F-789E-46A0-970B-BF960BFF6BFA}" type="presOf" srcId="{6F644460-402E-468A-AA02-FBF84D3C43DC}" destId="{99F82AD2-F6C9-4560-9A3C-CAB05B219FEF}" srcOrd="0" destOrd="0" presId="urn:microsoft.com/office/officeart/2005/8/layout/hProcess9"/>
    <dgm:cxn modelId="{DABB3885-78CD-42ED-B7DB-F86B580F59AB}" type="presOf" srcId="{CB89702A-12D9-4600-B0E3-738EA7EA1F02}" destId="{5AD0975D-681C-4030-B52B-D2BE06323ECA}" srcOrd="0" destOrd="0" presId="urn:microsoft.com/office/officeart/2005/8/layout/hProcess9"/>
    <dgm:cxn modelId="{8E044FAB-265C-443B-B6A3-F162F20DEB23}" srcId="{CB89702A-12D9-4600-B0E3-738EA7EA1F02}" destId="{11480227-9308-4885-A5F5-B7AFD833AB7C}" srcOrd="1" destOrd="0" parTransId="{FFE594AA-468E-47AD-B606-D2D7517A5F54}" sibTransId="{40D9AF17-E15C-4CDE-A67A-FED53E0F5F9D}"/>
    <dgm:cxn modelId="{8DC306BC-9A2B-44E7-BC9D-3C4ADC1E1A59}" srcId="{CB89702A-12D9-4600-B0E3-738EA7EA1F02}" destId="{6F644460-402E-468A-AA02-FBF84D3C43DC}" srcOrd="2" destOrd="0" parTransId="{D465E25E-7104-4B99-B252-5DD0BC7BCAC2}" sibTransId="{2D903080-1FB9-4FE2-A36B-3D7DCA799B69}"/>
    <dgm:cxn modelId="{1293CDE6-AADB-4AE6-8313-89654674AA48}" type="presOf" srcId="{11480227-9308-4885-A5F5-B7AFD833AB7C}" destId="{7C2EC48F-869F-4D77-AA11-A95B93C80423}" srcOrd="0" destOrd="0" presId="urn:microsoft.com/office/officeart/2005/8/layout/hProcess9"/>
    <dgm:cxn modelId="{541B96F0-F6F6-418D-9CD9-8DC8F002AD72}" type="presOf" srcId="{D671EB31-4F1B-43B1-B96D-81BDC3853118}" destId="{852B9B48-A438-43C5-B85D-C4267505EF74}" srcOrd="0" destOrd="0" presId="urn:microsoft.com/office/officeart/2005/8/layout/hProcess9"/>
    <dgm:cxn modelId="{67F782E5-8E5D-401A-9D54-7170A526E5F1}" type="presParOf" srcId="{5AD0975D-681C-4030-B52B-D2BE06323ECA}" destId="{FC38000E-809F-4DFD-8D42-38D12AF1E056}" srcOrd="0" destOrd="0" presId="urn:microsoft.com/office/officeart/2005/8/layout/hProcess9"/>
    <dgm:cxn modelId="{BD4E01E0-401C-43AB-AC9B-A7A2736C2FB6}" type="presParOf" srcId="{5AD0975D-681C-4030-B52B-D2BE06323ECA}" destId="{DC9597DB-BAC8-49EF-B62B-363FF601D6EC}" srcOrd="1" destOrd="0" presId="urn:microsoft.com/office/officeart/2005/8/layout/hProcess9"/>
    <dgm:cxn modelId="{E4EF8D5B-904C-4954-8389-5C04D908EF45}" type="presParOf" srcId="{DC9597DB-BAC8-49EF-B62B-363FF601D6EC}" destId="{852B9B48-A438-43C5-B85D-C4267505EF74}" srcOrd="0" destOrd="0" presId="urn:microsoft.com/office/officeart/2005/8/layout/hProcess9"/>
    <dgm:cxn modelId="{CC1C945C-C81D-4E38-9BDB-E7208FFCC61B}" type="presParOf" srcId="{DC9597DB-BAC8-49EF-B62B-363FF601D6EC}" destId="{2E004D2A-DCC7-4EA8-95B9-603938CC586D}" srcOrd="1" destOrd="0" presId="urn:microsoft.com/office/officeart/2005/8/layout/hProcess9"/>
    <dgm:cxn modelId="{B5AF39C0-421E-46EF-86C1-35E4C9B70BAF}" type="presParOf" srcId="{DC9597DB-BAC8-49EF-B62B-363FF601D6EC}" destId="{7C2EC48F-869F-4D77-AA11-A95B93C80423}" srcOrd="2" destOrd="0" presId="urn:microsoft.com/office/officeart/2005/8/layout/hProcess9"/>
    <dgm:cxn modelId="{C0AF778E-BDEF-46D7-A348-F4E2CD3F921C}" type="presParOf" srcId="{DC9597DB-BAC8-49EF-B62B-363FF601D6EC}" destId="{76786259-E641-4328-8342-1DD8481E8AC6}" srcOrd="3" destOrd="0" presId="urn:microsoft.com/office/officeart/2005/8/layout/hProcess9"/>
    <dgm:cxn modelId="{B9977B47-C629-4849-AC2C-7E21B2CF4775}" type="presParOf" srcId="{DC9597DB-BAC8-49EF-B62B-363FF601D6EC}" destId="{99F82AD2-F6C9-4560-9A3C-CAB05B219FEF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60E81B-214A-46F6-B601-D2F6EA61A7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FB951EF-9DD6-4401-9206-9A6D1E88A3F7}">
      <dgm:prSet/>
      <dgm:spPr/>
      <dgm:t>
        <a:bodyPr/>
        <a:lstStyle/>
        <a:p>
          <a:r>
            <a:rPr lang="en-IN"/>
            <a:t>• Traditional Java patterns</a:t>
          </a:r>
        </a:p>
      </dgm:t>
    </dgm:pt>
    <dgm:pt modelId="{BE2EB7C7-E4CB-4FED-9F65-581976375507}" type="parTrans" cxnId="{6770E531-01DA-4BBD-ABAB-E0E9D3393FB4}">
      <dgm:prSet/>
      <dgm:spPr/>
      <dgm:t>
        <a:bodyPr/>
        <a:lstStyle/>
        <a:p>
          <a:endParaRPr lang="en-IN"/>
        </a:p>
      </dgm:t>
    </dgm:pt>
    <dgm:pt modelId="{3F6C38CC-5F56-4771-8EA5-FE41387B7693}" type="sibTrans" cxnId="{6770E531-01DA-4BBD-ABAB-E0E9D3393FB4}">
      <dgm:prSet/>
      <dgm:spPr/>
      <dgm:t>
        <a:bodyPr/>
        <a:lstStyle/>
        <a:p>
          <a:endParaRPr lang="en-IN"/>
        </a:p>
      </dgm:t>
    </dgm:pt>
    <dgm:pt modelId="{EC6D5B93-C596-4009-85F9-C9BFF2F8224D}">
      <dgm:prSet/>
      <dgm:spPr/>
      <dgm:t>
        <a:bodyPr/>
        <a:lstStyle/>
        <a:p>
          <a:r>
            <a:rPr lang="en-IN"/>
            <a:t>• Modern Java patterns</a:t>
          </a:r>
        </a:p>
      </dgm:t>
    </dgm:pt>
    <dgm:pt modelId="{48952A59-D5F3-419A-AB0B-D1775488A12F}" type="parTrans" cxnId="{E4CA85C2-13EB-4EE4-8640-7471460BA953}">
      <dgm:prSet/>
      <dgm:spPr/>
      <dgm:t>
        <a:bodyPr/>
        <a:lstStyle/>
        <a:p>
          <a:endParaRPr lang="en-IN"/>
        </a:p>
      </dgm:t>
    </dgm:pt>
    <dgm:pt modelId="{22544CA8-A093-410A-B372-6641A6D3C790}" type="sibTrans" cxnId="{E4CA85C2-13EB-4EE4-8640-7471460BA953}">
      <dgm:prSet/>
      <dgm:spPr/>
      <dgm:t>
        <a:bodyPr/>
        <a:lstStyle/>
        <a:p>
          <a:endParaRPr lang="en-IN"/>
        </a:p>
      </dgm:t>
    </dgm:pt>
    <dgm:pt modelId="{390CAB73-3295-4FF9-8EE1-0B06BDACB2D7}">
      <dgm:prSet/>
      <dgm:spPr/>
      <dgm:t>
        <a:bodyPr/>
        <a:lstStyle/>
        <a:p>
          <a:r>
            <a:rPr lang="en-IN"/>
            <a:t>• Microservice design patterns</a:t>
          </a:r>
        </a:p>
      </dgm:t>
    </dgm:pt>
    <dgm:pt modelId="{57CCDA15-EE69-4575-A3DE-C53E0A432902}" type="parTrans" cxnId="{01162E86-565C-45B4-BD36-A53863E361C3}">
      <dgm:prSet/>
      <dgm:spPr/>
      <dgm:t>
        <a:bodyPr/>
        <a:lstStyle/>
        <a:p>
          <a:endParaRPr lang="en-IN"/>
        </a:p>
      </dgm:t>
    </dgm:pt>
    <dgm:pt modelId="{6A60F925-F800-4916-A782-81307F50AB1C}" type="sibTrans" cxnId="{01162E86-565C-45B4-BD36-A53863E361C3}">
      <dgm:prSet/>
      <dgm:spPr/>
      <dgm:t>
        <a:bodyPr/>
        <a:lstStyle/>
        <a:p>
          <a:endParaRPr lang="en-IN"/>
        </a:p>
      </dgm:t>
    </dgm:pt>
    <dgm:pt modelId="{FCB3FC8F-8C2D-45BC-A923-F5E83EB3E919}">
      <dgm:prSet/>
      <dgm:spPr/>
      <dgm:t>
        <a:bodyPr/>
        <a:lstStyle/>
        <a:p>
          <a:r>
            <a:rPr lang="en-IN"/>
            <a:t>• Singleton deep dive</a:t>
          </a:r>
        </a:p>
      </dgm:t>
    </dgm:pt>
    <dgm:pt modelId="{185A62D6-890E-4906-B0AA-13C9BB7E4556}" type="parTrans" cxnId="{AD60834B-4227-40AC-991F-A2D84AD817A2}">
      <dgm:prSet/>
      <dgm:spPr/>
      <dgm:t>
        <a:bodyPr/>
        <a:lstStyle/>
        <a:p>
          <a:endParaRPr lang="en-IN"/>
        </a:p>
      </dgm:t>
    </dgm:pt>
    <dgm:pt modelId="{524A8789-7CA6-434C-BAD7-8E999E104B21}" type="sibTrans" cxnId="{AD60834B-4227-40AC-991F-A2D84AD817A2}">
      <dgm:prSet/>
      <dgm:spPr/>
      <dgm:t>
        <a:bodyPr/>
        <a:lstStyle/>
        <a:p>
          <a:endParaRPr lang="en-IN"/>
        </a:p>
      </dgm:t>
    </dgm:pt>
    <dgm:pt modelId="{DA95530D-02A5-47D1-99EA-E9D1C92B6933}">
      <dgm:prSet/>
      <dgm:spPr/>
      <dgm:t>
        <a:bodyPr/>
        <a:lstStyle/>
        <a:p>
          <a:r>
            <a:rPr lang="en-IN"/>
            <a:t>• Circuit Breaker deep dive</a:t>
          </a:r>
        </a:p>
      </dgm:t>
    </dgm:pt>
    <dgm:pt modelId="{2464299E-0568-4622-9049-AE25C021089D}" type="parTrans" cxnId="{CA240F91-1A2A-4164-8EA0-251D1C2534A8}">
      <dgm:prSet/>
      <dgm:spPr/>
      <dgm:t>
        <a:bodyPr/>
        <a:lstStyle/>
        <a:p>
          <a:endParaRPr lang="en-IN"/>
        </a:p>
      </dgm:t>
    </dgm:pt>
    <dgm:pt modelId="{83BC8CEC-60D3-41F0-B535-A0441EA3504A}" type="sibTrans" cxnId="{CA240F91-1A2A-4164-8EA0-251D1C2534A8}">
      <dgm:prSet/>
      <dgm:spPr/>
      <dgm:t>
        <a:bodyPr/>
        <a:lstStyle/>
        <a:p>
          <a:endParaRPr lang="en-IN"/>
        </a:p>
      </dgm:t>
    </dgm:pt>
    <dgm:pt modelId="{4EE74908-F418-4454-A643-6F038113E6B0}">
      <dgm:prSet/>
      <dgm:spPr/>
      <dgm:t>
        <a:bodyPr/>
        <a:lstStyle/>
        <a:p>
          <a:r>
            <a:rPr lang="en-IN"/>
            <a:t>• Best practices</a:t>
          </a:r>
        </a:p>
      </dgm:t>
    </dgm:pt>
    <dgm:pt modelId="{B5E831E4-2DC8-4519-9D00-A0E28D7B46F2}" type="parTrans" cxnId="{1A804AD4-E94D-4842-9505-332203AA2BA6}">
      <dgm:prSet/>
      <dgm:spPr/>
      <dgm:t>
        <a:bodyPr/>
        <a:lstStyle/>
        <a:p>
          <a:endParaRPr lang="en-IN"/>
        </a:p>
      </dgm:t>
    </dgm:pt>
    <dgm:pt modelId="{28E04A60-4B6F-4260-B5C3-BDB1A87582C8}" type="sibTrans" cxnId="{1A804AD4-E94D-4842-9505-332203AA2BA6}">
      <dgm:prSet/>
      <dgm:spPr/>
      <dgm:t>
        <a:bodyPr/>
        <a:lstStyle/>
        <a:p>
          <a:endParaRPr lang="en-IN"/>
        </a:p>
      </dgm:t>
    </dgm:pt>
    <dgm:pt modelId="{292EEC78-9FED-4F98-8C52-B763B264BFC8}" type="pres">
      <dgm:prSet presAssocID="{F060E81B-214A-46F6-B601-D2F6EA61A796}" presName="linear" presStyleCnt="0">
        <dgm:presLayoutVars>
          <dgm:animLvl val="lvl"/>
          <dgm:resizeHandles val="exact"/>
        </dgm:presLayoutVars>
      </dgm:prSet>
      <dgm:spPr/>
    </dgm:pt>
    <dgm:pt modelId="{C76B4ABF-057C-4689-963C-5E813B4AC345}" type="pres">
      <dgm:prSet presAssocID="{AFB951EF-9DD6-4401-9206-9A6D1E88A3F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5ED0971-0E7C-4050-9EDB-1337F95CB7CE}" type="pres">
      <dgm:prSet presAssocID="{3F6C38CC-5F56-4771-8EA5-FE41387B7693}" presName="spacer" presStyleCnt="0"/>
      <dgm:spPr/>
    </dgm:pt>
    <dgm:pt modelId="{000BCDE2-12CE-4150-BC39-D507E064FB86}" type="pres">
      <dgm:prSet presAssocID="{EC6D5B93-C596-4009-85F9-C9BFF2F8224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C61E198-F0C7-4BCC-BEA3-5097DEB5930F}" type="pres">
      <dgm:prSet presAssocID="{22544CA8-A093-410A-B372-6641A6D3C790}" presName="spacer" presStyleCnt="0"/>
      <dgm:spPr/>
    </dgm:pt>
    <dgm:pt modelId="{408595AE-8910-4083-AC0B-BFE5162413BF}" type="pres">
      <dgm:prSet presAssocID="{390CAB73-3295-4FF9-8EE1-0B06BDACB2D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632B06A-CAA0-410C-875C-12B62C2E4FFC}" type="pres">
      <dgm:prSet presAssocID="{6A60F925-F800-4916-A782-81307F50AB1C}" presName="spacer" presStyleCnt="0"/>
      <dgm:spPr/>
    </dgm:pt>
    <dgm:pt modelId="{D745CBDE-E24F-4ECF-9483-C9C5C811CDE0}" type="pres">
      <dgm:prSet presAssocID="{FCB3FC8F-8C2D-45BC-A923-F5E83EB3E91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6B884D6-FBF9-4885-AA4C-98B556754313}" type="pres">
      <dgm:prSet presAssocID="{524A8789-7CA6-434C-BAD7-8E999E104B21}" presName="spacer" presStyleCnt="0"/>
      <dgm:spPr/>
    </dgm:pt>
    <dgm:pt modelId="{E57E4EFA-FAB1-47D5-9FAA-FAAFFC87CC67}" type="pres">
      <dgm:prSet presAssocID="{DA95530D-02A5-47D1-99EA-E9D1C92B693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2744E7A-F6D9-47E4-A3DE-D3A45023848C}" type="pres">
      <dgm:prSet presAssocID="{83BC8CEC-60D3-41F0-B535-A0441EA3504A}" presName="spacer" presStyleCnt="0"/>
      <dgm:spPr/>
    </dgm:pt>
    <dgm:pt modelId="{6B8073D0-3395-4413-87A8-663B3D72AE7B}" type="pres">
      <dgm:prSet presAssocID="{4EE74908-F418-4454-A643-6F038113E6B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431801B-75C8-43AB-B9B5-4EB617B23309}" type="presOf" srcId="{4EE74908-F418-4454-A643-6F038113E6B0}" destId="{6B8073D0-3395-4413-87A8-663B3D72AE7B}" srcOrd="0" destOrd="0" presId="urn:microsoft.com/office/officeart/2005/8/layout/vList2"/>
    <dgm:cxn modelId="{A56DDA23-5755-4E30-A2CD-56AB8CF2A87E}" type="presOf" srcId="{DA95530D-02A5-47D1-99EA-E9D1C92B6933}" destId="{E57E4EFA-FAB1-47D5-9FAA-FAAFFC87CC67}" srcOrd="0" destOrd="0" presId="urn:microsoft.com/office/officeart/2005/8/layout/vList2"/>
    <dgm:cxn modelId="{6770E531-01DA-4BBD-ABAB-E0E9D3393FB4}" srcId="{F060E81B-214A-46F6-B601-D2F6EA61A796}" destId="{AFB951EF-9DD6-4401-9206-9A6D1E88A3F7}" srcOrd="0" destOrd="0" parTransId="{BE2EB7C7-E4CB-4FED-9F65-581976375507}" sibTransId="{3F6C38CC-5F56-4771-8EA5-FE41387B7693}"/>
    <dgm:cxn modelId="{AD60834B-4227-40AC-991F-A2D84AD817A2}" srcId="{F060E81B-214A-46F6-B601-D2F6EA61A796}" destId="{FCB3FC8F-8C2D-45BC-A923-F5E83EB3E919}" srcOrd="3" destOrd="0" parTransId="{185A62D6-890E-4906-B0AA-13C9BB7E4556}" sibTransId="{524A8789-7CA6-434C-BAD7-8E999E104B21}"/>
    <dgm:cxn modelId="{01162E86-565C-45B4-BD36-A53863E361C3}" srcId="{F060E81B-214A-46F6-B601-D2F6EA61A796}" destId="{390CAB73-3295-4FF9-8EE1-0B06BDACB2D7}" srcOrd="2" destOrd="0" parTransId="{57CCDA15-EE69-4575-A3DE-C53E0A432902}" sibTransId="{6A60F925-F800-4916-A782-81307F50AB1C}"/>
    <dgm:cxn modelId="{CA240F91-1A2A-4164-8EA0-251D1C2534A8}" srcId="{F060E81B-214A-46F6-B601-D2F6EA61A796}" destId="{DA95530D-02A5-47D1-99EA-E9D1C92B6933}" srcOrd="4" destOrd="0" parTransId="{2464299E-0568-4622-9049-AE25C021089D}" sibTransId="{83BC8CEC-60D3-41F0-B535-A0441EA3504A}"/>
    <dgm:cxn modelId="{C3BEB99E-F64D-44ED-B68A-86BDF28A3660}" type="presOf" srcId="{EC6D5B93-C596-4009-85F9-C9BFF2F8224D}" destId="{000BCDE2-12CE-4150-BC39-D507E064FB86}" srcOrd="0" destOrd="0" presId="urn:microsoft.com/office/officeart/2005/8/layout/vList2"/>
    <dgm:cxn modelId="{8F7703AD-4C46-42B5-A335-34439887FFD8}" type="presOf" srcId="{FCB3FC8F-8C2D-45BC-A923-F5E83EB3E919}" destId="{D745CBDE-E24F-4ECF-9483-C9C5C811CDE0}" srcOrd="0" destOrd="0" presId="urn:microsoft.com/office/officeart/2005/8/layout/vList2"/>
    <dgm:cxn modelId="{3BAB05AF-DFA1-45E9-B6B6-34BBB8F2E98D}" type="presOf" srcId="{390CAB73-3295-4FF9-8EE1-0B06BDACB2D7}" destId="{408595AE-8910-4083-AC0B-BFE5162413BF}" srcOrd="0" destOrd="0" presId="urn:microsoft.com/office/officeart/2005/8/layout/vList2"/>
    <dgm:cxn modelId="{1808CFC1-A5C0-43C7-B27D-9CBDEE4A4A62}" type="presOf" srcId="{F060E81B-214A-46F6-B601-D2F6EA61A796}" destId="{292EEC78-9FED-4F98-8C52-B763B264BFC8}" srcOrd="0" destOrd="0" presId="urn:microsoft.com/office/officeart/2005/8/layout/vList2"/>
    <dgm:cxn modelId="{E4CA85C2-13EB-4EE4-8640-7471460BA953}" srcId="{F060E81B-214A-46F6-B601-D2F6EA61A796}" destId="{EC6D5B93-C596-4009-85F9-C9BFF2F8224D}" srcOrd="1" destOrd="0" parTransId="{48952A59-D5F3-419A-AB0B-D1775488A12F}" sibTransId="{22544CA8-A093-410A-B372-6641A6D3C790}"/>
    <dgm:cxn modelId="{FA55B4CB-4E0C-4D93-92AC-E0B6F17EB3E4}" type="presOf" srcId="{AFB951EF-9DD6-4401-9206-9A6D1E88A3F7}" destId="{C76B4ABF-057C-4689-963C-5E813B4AC345}" srcOrd="0" destOrd="0" presId="urn:microsoft.com/office/officeart/2005/8/layout/vList2"/>
    <dgm:cxn modelId="{1A804AD4-E94D-4842-9505-332203AA2BA6}" srcId="{F060E81B-214A-46F6-B601-D2F6EA61A796}" destId="{4EE74908-F418-4454-A643-6F038113E6B0}" srcOrd="5" destOrd="0" parTransId="{B5E831E4-2DC8-4519-9D00-A0E28D7B46F2}" sibTransId="{28E04A60-4B6F-4260-B5C3-BDB1A87582C8}"/>
    <dgm:cxn modelId="{A8DAFD82-F4D3-445B-AEA7-81017CB465BC}" type="presParOf" srcId="{292EEC78-9FED-4F98-8C52-B763B264BFC8}" destId="{C76B4ABF-057C-4689-963C-5E813B4AC345}" srcOrd="0" destOrd="0" presId="urn:microsoft.com/office/officeart/2005/8/layout/vList2"/>
    <dgm:cxn modelId="{540EB355-BDC6-4CF1-AF16-320CF5EC8D16}" type="presParOf" srcId="{292EEC78-9FED-4F98-8C52-B763B264BFC8}" destId="{B5ED0971-0E7C-4050-9EDB-1337F95CB7CE}" srcOrd="1" destOrd="0" presId="urn:microsoft.com/office/officeart/2005/8/layout/vList2"/>
    <dgm:cxn modelId="{FF72DB74-919B-48EB-B6BE-7BB9C0A4FF39}" type="presParOf" srcId="{292EEC78-9FED-4F98-8C52-B763B264BFC8}" destId="{000BCDE2-12CE-4150-BC39-D507E064FB86}" srcOrd="2" destOrd="0" presId="urn:microsoft.com/office/officeart/2005/8/layout/vList2"/>
    <dgm:cxn modelId="{7D5379B0-0F17-46B5-9DC8-7AF814B57DF2}" type="presParOf" srcId="{292EEC78-9FED-4F98-8C52-B763B264BFC8}" destId="{FC61E198-F0C7-4BCC-BEA3-5097DEB5930F}" srcOrd="3" destOrd="0" presId="urn:microsoft.com/office/officeart/2005/8/layout/vList2"/>
    <dgm:cxn modelId="{B6F63A70-6294-4C0F-8C09-AD698CAD0C71}" type="presParOf" srcId="{292EEC78-9FED-4F98-8C52-B763B264BFC8}" destId="{408595AE-8910-4083-AC0B-BFE5162413BF}" srcOrd="4" destOrd="0" presId="urn:microsoft.com/office/officeart/2005/8/layout/vList2"/>
    <dgm:cxn modelId="{E48B97F4-A1D1-42BE-9378-257D609C275B}" type="presParOf" srcId="{292EEC78-9FED-4F98-8C52-B763B264BFC8}" destId="{0632B06A-CAA0-410C-875C-12B62C2E4FFC}" srcOrd="5" destOrd="0" presId="urn:microsoft.com/office/officeart/2005/8/layout/vList2"/>
    <dgm:cxn modelId="{62057820-4154-465D-9C6B-8E404CD31946}" type="presParOf" srcId="{292EEC78-9FED-4F98-8C52-B763B264BFC8}" destId="{D745CBDE-E24F-4ECF-9483-C9C5C811CDE0}" srcOrd="6" destOrd="0" presId="urn:microsoft.com/office/officeart/2005/8/layout/vList2"/>
    <dgm:cxn modelId="{659A9FC0-61A6-4512-9C76-D68B1A844D9F}" type="presParOf" srcId="{292EEC78-9FED-4F98-8C52-B763B264BFC8}" destId="{F6B884D6-FBF9-4885-AA4C-98B556754313}" srcOrd="7" destOrd="0" presId="urn:microsoft.com/office/officeart/2005/8/layout/vList2"/>
    <dgm:cxn modelId="{E2679A0C-77E2-407B-B910-D91AAD70FCA4}" type="presParOf" srcId="{292EEC78-9FED-4F98-8C52-B763B264BFC8}" destId="{E57E4EFA-FAB1-47D5-9FAA-FAAFFC87CC67}" srcOrd="8" destOrd="0" presId="urn:microsoft.com/office/officeart/2005/8/layout/vList2"/>
    <dgm:cxn modelId="{23AC4D10-6BEB-4519-AAE4-9A84875BBC45}" type="presParOf" srcId="{292EEC78-9FED-4F98-8C52-B763B264BFC8}" destId="{92744E7A-F6D9-47E4-A3DE-D3A45023848C}" srcOrd="9" destOrd="0" presId="urn:microsoft.com/office/officeart/2005/8/layout/vList2"/>
    <dgm:cxn modelId="{D317CFCE-C27E-42A9-892C-037A60016B79}" type="presParOf" srcId="{292EEC78-9FED-4F98-8C52-B763B264BFC8}" destId="{6B8073D0-3395-4413-87A8-663B3D72AE7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4DE307-1046-4849-8811-3F779B93EE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BD9772D-B187-4474-BBB5-12087666E0DD}">
      <dgm:prSet/>
      <dgm:spPr/>
      <dgm:t>
        <a:bodyPr/>
        <a:lstStyle/>
        <a:p>
          <a:r>
            <a:rPr lang="en-IN"/>
            <a:t>Creational:</a:t>
          </a:r>
        </a:p>
      </dgm:t>
    </dgm:pt>
    <dgm:pt modelId="{6063DC75-43E6-4647-924D-5FF7A36AC028}" type="parTrans" cxnId="{C49AA786-B2F1-454E-8D94-6D3DEDF6DA25}">
      <dgm:prSet/>
      <dgm:spPr/>
      <dgm:t>
        <a:bodyPr/>
        <a:lstStyle/>
        <a:p>
          <a:endParaRPr lang="en-IN"/>
        </a:p>
      </dgm:t>
    </dgm:pt>
    <dgm:pt modelId="{154B4AC3-6F1C-4BE4-9EA3-F59774D04E0E}" type="sibTrans" cxnId="{C49AA786-B2F1-454E-8D94-6D3DEDF6DA25}">
      <dgm:prSet/>
      <dgm:spPr/>
      <dgm:t>
        <a:bodyPr/>
        <a:lstStyle/>
        <a:p>
          <a:endParaRPr lang="en-IN"/>
        </a:p>
      </dgm:t>
    </dgm:pt>
    <dgm:pt modelId="{10E4495E-51C2-4157-888B-2E2AC199DC65}">
      <dgm:prSet/>
      <dgm:spPr/>
      <dgm:t>
        <a:bodyPr/>
        <a:lstStyle/>
        <a:p>
          <a:r>
            <a:rPr lang="en-IN"/>
            <a:t>• Singleton</a:t>
          </a:r>
        </a:p>
      </dgm:t>
    </dgm:pt>
    <dgm:pt modelId="{98866A38-B933-45C3-B1B4-CDA5E7AEDA68}" type="parTrans" cxnId="{5E7D1622-D4B5-4AB3-A6E4-7DA979FFB42C}">
      <dgm:prSet/>
      <dgm:spPr/>
      <dgm:t>
        <a:bodyPr/>
        <a:lstStyle/>
        <a:p>
          <a:endParaRPr lang="en-IN"/>
        </a:p>
      </dgm:t>
    </dgm:pt>
    <dgm:pt modelId="{D740222E-3E22-439F-990F-78DBD266BF3E}" type="sibTrans" cxnId="{5E7D1622-D4B5-4AB3-A6E4-7DA979FFB42C}">
      <dgm:prSet/>
      <dgm:spPr/>
      <dgm:t>
        <a:bodyPr/>
        <a:lstStyle/>
        <a:p>
          <a:endParaRPr lang="en-IN"/>
        </a:p>
      </dgm:t>
    </dgm:pt>
    <dgm:pt modelId="{3C761310-20BC-42BF-BB39-C8AA749497C0}">
      <dgm:prSet/>
      <dgm:spPr/>
      <dgm:t>
        <a:bodyPr/>
        <a:lstStyle/>
        <a:p>
          <a:r>
            <a:rPr lang="en-IN"/>
            <a:t>• Factory</a:t>
          </a:r>
        </a:p>
      </dgm:t>
    </dgm:pt>
    <dgm:pt modelId="{C94F6297-C704-4A21-8FDD-FA00DC898131}" type="parTrans" cxnId="{FBC35E9E-84E8-439B-B920-D90FC0F3F515}">
      <dgm:prSet/>
      <dgm:spPr/>
      <dgm:t>
        <a:bodyPr/>
        <a:lstStyle/>
        <a:p>
          <a:endParaRPr lang="en-IN"/>
        </a:p>
      </dgm:t>
    </dgm:pt>
    <dgm:pt modelId="{4C4E951C-573A-4141-A68B-8CB6ED01B62C}" type="sibTrans" cxnId="{FBC35E9E-84E8-439B-B920-D90FC0F3F515}">
      <dgm:prSet/>
      <dgm:spPr/>
      <dgm:t>
        <a:bodyPr/>
        <a:lstStyle/>
        <a:p>
          <a:endParaRPr lang="en-IN"/>
        </a:p>
      </dgm:t>
    </dgm:pt>
    <dgm:pt modelId="{7D4AFC21-45F8-4010-8819-382B5AE2D555}">
      <dgm:prSet/>
      <dgm:spPr/>
      <dgm:t>
        <a:bodyPr/>
        <a:lstStyle/>
        <a:p>
          <a:r>
            <a:rPr lang="en-IN"/>
            <a:t>• Abstract Factory</a:t>
          </a:r>
        </a:p>
      </dgm:t>
    </dgm:pt>
    <dgm:pt modelId="{F20F3896-E6BE-4C04-B75F-7D389823C9C3}" type="parTrans" cxnId="{4830C4D5-12EC-40A1-9084-B3F5FF54C806}">
      <dgm:prSet/>
      <dgm:spPr/>
      <dgm:t>
        <a:bodyPr/>
        <a:lstStyle/>
        <a:p>
          <a:endParaRPr lang="en-IN"/>
        </a:p>
      </dgm:t>
    </dgm:pt>
    <dgm:pt modelId="{DD45A8E6-4B75-4FEF-95F9-2CC51872921C}" type="sibTrans" cxnId="{4830C4D5-12EC-40A1-9084-B3F5FF54C806}">
      <dgm:prSet/>
      <dgm:spPr/>
      <dgm:t>
        <a:bodyPr/>
        <a:lstStyle/>
        <a:p>
          <a:endParaRPr lang="en-IN"/>
        </a:p>
      </dgm:t>
    </dgm:pt>
    <dgm:pt modelId="{E4FF9399-9027-4923-A0A0-8CAF51417F0D}">
      <dgm:prSet/>
      <dgm:spPr/>
      <dgm:t>
        <a:bodyPr/>
        <a:lstStyle/>
        <a:p>
          <a:r>
            <a:rPr lang="en-IN"/>
            <a:t>• Builder</a:t>
          </a:r>
        </a:p>
      </dgm:t>
    </dgm:pt>
    <dgm:pt modelId="{0A53951A-0B9E-4AF7-8491-AFF80D769727}" type="parTrans" cxnId="{AAA0BB22-EBA1-481E-8942-25BE0AB6A3BD}">
      <dgm:prSet/>
      <dgm:spPr/>
      <dgm:t>
        <a:bodyPr/>
        <a:lstStyle/>
        <a:p>
          <a:endParaRPr lang="en-IN"/>
        </a:p>
      </dgm:t>
    </dgm:pt>
    <dgm:pt modelId="{CF21563D-E199-4917-B3D7-2124ADC6E036}" type="sibTrans" cxnId="{AAA0BB22-EBA1-481E-8942-25BE0AB6A3BD}">
      <dgm:prSet/>
      <dgm:spPr/>
      <dgm:t>
        <a:bodyPr/>
        <a:lstStyle/>
        <a:p>
          <a:endParaRPr lang="en-IN"/>
        </a:p>
      </dgm:t>
    </dgm:pt>
    <dgm:pt modelId="{17FEBF10-9544-41E3-A1AF-C930B032A05C}">
      <dgm:prSet/>
      <dgm:spPr/>
      <dgm:t>
        <a:bodyPr/>
        <a:lstStyle/>
        <a:p>
          <a:r>
            <a:rPr lang="en-IN"/>
            <a:t>Structural:</a:t>
          </a:r>
        </a:p>
      </dgm:t>
    </dgm:pt>
    <dgm:pt modelId="{A5ED5546-4AAD-4F31-BA3F-AC2EC274A5F9}" type="parTrans" cxnId="{A8DE37F0-0BBE-4FE5-AB68-954F4E466D23}">
      <dgm:prSet/>
      <dgm:spPr/>
      <dgm:t>
        <a:bodyPr/>
        <a:lstStyle/>
        <a:p>
          <a:endParaRPr lang="en-IN"/>
        </a:p>
      </dgm:t>
    </dgm:pt>
    <dgm:pt modelId="{A608EF18-5D19-4421-B81E-61B2954D7683}" type="sibTrans" cxnId="{A8DE37F0-0BBE-4FE5-AB68-954F4E466D23}">
      <dgm:prSet/>
      <dgm:spPr/>
      <dgm:t>
        <a:bodyPr/>
        <a:lstStyle/>
        <a:p>
          <a:endParaRPr lang="en-IN"/>
        </a:p>
      </dgm:t>
    </dgm:pt>
    <dgm:pt modelId="{2FB18F22-C010-451E-9677-9940EEB3E47E}">
      <dgm:prSet/>
      <dgm:spPr/>
      <dgm:t>
        <a:bodyPr/>
        <a:lstStyle/>
        <a:p>
          <a:r>
            <a:rPr lang="en-IN"/>
            <a:t>• Adapter</a:t>
          </a:r>
        </a:p>
      </dgm:t>
    </dgm:pt>
    <dgm:pt modelId="{0201AF01-2BDE-479B-A886-D6E656AA55D7}" type="parTrans" cxnId="{2B921AA1-C6E4-4D51-8EBE-2844FAF67C27}">
      <dgm:prSet/>
      <dgm:spPr/>
      <dgm:t>
        <a:bodyPr/>
        <a:lstStyle/>
        <a:p>
          <a:endParaRPr lang="en-IN"/>
        </a:p>
      </dgm:t>
    </dgm:pt>
    <dgm:pt modelId="{0467E782-73FB-46FC-B4F6-0734C2C5B5D1}" type="sibTrans" cxnId="{2B921AA1-C6E4-4D51-8EBE-2844FAF67C27}">
      <dgm:prSet/>
      <dgm:spPr/>
      <dgm:t>
        <a:bodyPr/>
        <a:lstStyle/>
        <a:p>
          <a:endParaRPr lang="en-IN"/>
        </a:p>
      </dgm:t>
    </dgm:pt>
    <dgm:pt modelId="{CC7C663B-01E5-400D-BEF1-875BEBA82A0E}">
      <dgm:prSet/>
      <dgm:spPr/>
      <dgm:t>
        <a:bodyPr/>
        <a:lstStyle/>
        <a:p>
          <a:r>
            <a:rPr lang="en-IN"/>
            <a:t>• Decorator</a:t>
          </a:r>
        </a:p>
      </dgm:t>
    </dgm:pt>
    <dgm:pt modelId="{855AEC33-9E49-44AC-A253-0DA2B884F839}" type="parTrans" cxnId="{18D5C1B3-D1C9-46F7-975B-008221C2FC44}">
      <dgm:prSet/>
      <dgm:spPr/>
      <dgm:t>
        <a:bodyPr/>
        <a:lstStyle/>
        <a:p>
          <a:endParaRPr lang="en-IN"/>
        </a:p>
      </dgm:t>
    </dgm:pt>
    <dgm:pt modelId="{F1A5E604-6118-4947-A256-9FC007D6EC32}" type="sibTrans" cxnId="{18D5C1B3-D1C9-46F7-975B-008221C2FC44}">
      <dgm:prSet/>
      <dgm:spPr/>
      <dgm:t>
        <a:bodyPr/>
        <a:lstStyle/>
        <a:p>
          <a:endParaRPr lang="en-IN"/>
        </a:p>
      </dgm:t>
    </dgm:pt>
    <dgm:pt modelId="{F132ECF1-9813-4FCB-9F4D-997ACB2026B1}">
      <dgm:prSet/>
      <dgm:spPr/>
      <dgm:t>
        <a:bodyPr/>
        <a:lstStyle/>
        <a:p>
          <a:r>
            <a:rPr lang="en-IN"/>
            <a:t>• Facade</a:t>
          </a:r>
        </a:p>
      </dgm:t>
    </dgm:pt>
    <dgm:pt modelId="{78C1A004-FA58-4858-B556-92EB470B61CD}" type="parTrans" cxnId="{075D353B-D46F-4BC8-AA89-EE13544414AB}">
      <dgm:prSet/>
      <dgm:spPr/>
      <dgm:t>
        <a:bodyPr/>
        <a:lstStyle/>
        <a:p>
          <a:endParaRPr lang="en-IN"/>
        </a:p>
      </dgm:t>
    </dgm:pt>
    <dgm:pt modelId="{0A419519-DC20-4872-9F81-ED496B884C54}" type="sibTrans" cxnId="{075D353B-D46F-4BC8-AA89-EE13544414AB}">
      <dgm:prSet/>
      <dgm:spPr/>
      <dgm:t>
        <a:bodyPr/>
        <a:lstStyle/>
        <a:p>
          <a:endParaRPr lang="en-IN"/>
        </a:p>
      </dgm:t>
    </dgm:pt>
    <dgm:pt modelId="{994F3FC4-7D18-48BD-8EBE-A8DDB8123BD9}">
      <dgm:prSet/>
      <dgm:spPr/>
      <dgm:t>
        <a:bodyPr/>
        <a:lstStyle/>
        <a:p>
          <a:r>
            <a:rPr lang="en-IN"/>
            <a:t>Behavioral:</a:t>
          </a:r>
        </a:p>
      </dgm:t>
    </dgm:pt>
    <dgm:pt modelId="{76915B19-E23F-44C9-8899-78135578CC70}" type="parTrans" cxnId="{D7644FBC-A790-474B-869D-95A47A224B8D}">
      <dgm:prSet/>
      <dgm:spPr/>
      <dgm:t>
        <a:bodyPr/>
        <a:lstStyle/>
        <a:p>
          <a:endParaRPr lang="en-IN"/>
        </a:p>
      </dgm:t>
    </dgm:pt>
    <dgm:pt modelId="{78775F82-F296-48CD-A2C8-A8197C6F94B5}" type="sibTrans" cxnId="{D7644FBC-A790-474B-869D-95A47A224B8D}">
      <dgm:prSet/>
      <dgm:spPr/>
      <dgm:t>
        <a:bodyPr/>
        <a:lstStyle/>
        <a:p>
          <a:endParaRPr lang="en-IN"/>
        </a:p>
      </dgm:t>
    </dgm:pt>
    <dgm:pt modelId="{714E9CA6-5B6F-4D0B-831E-B6C691D21BB5}">
      <dgm:prSet/>
      <dgm:spPr/>
      <dgm:t>
        <a:bodyPr/>
        <a:lstStyle/>
        <a:p>
          <a:r>
            <a:rPr lang="en-IN"/>
            <a:t>• Observer</a:t>
          </a:r>
        </a:p>
      </dgm:t>
    </dgm:pt>
    <dgm:pt modelId="{6CDD62A9-4A2D-4B83-B3B2-0B6070916501}" type="parTrans" cxnId="{B8474917-BB9F-40DD-9EE7-B0CB94BB59F0}">
      <dgm:prSet/>
      <dgm:spPr/>
      <dgm:t>
        <a:bodyPr/>
        <a:lstStyle/>
        <a:p>
          <a:endParaRPr lang="en-IN"/>
        </a:p>
      </dgm:t>
    </dgm:pt>
    <dgm:pt modelId="{2DE2C7D5-8547-44AC-AA8E-355E8B09AC55}" type="sibTrans" cxnId="{B8474917-BB9F-40DD-9EE7-B0CB94BB59F0}">
      <dgm:prSet/>
      <dgm:spPr/>
      <dgm:t>
        <a:bodyPr/>
        <a:lstStyle/>
        <a:p>
          <a:endParaRPr lang="en-IN"/>
        </a:p>
      </dgm:t>
    </dgm:pt>
    <dgm:pt modelId="{AABDB552-E0D0-4A79-9F5A-8B54A8A181A8}">
      <dgm:prSet/>
      <dgm:spPr/>
      <dgm:t>
        <a:bodyPr/>
        <a:lstStyle/>
        <a:p>
          <a:r>
            <a:rPr lang="en-IN"/>
            <a:t>• Strategy</a:t>
          </a:r>
        </a:p>
      </dgm:t>
    </dgm:pt>
    <dgm:pt modelId="{7E259C86-CFDA-4A17-A290-3D93E482612F}" type="parTrans" cxnId="{961CA328-FE14-4795-9677-B8A1D5536AF6}">
      <dgm:prSet/>
      <dgm:spPr/>
      <dgm:t>
        <a:bodyPr/>
        <a:lstStyle/>
        <a:p>
          <a:endParaRPr lang="en-IN"/>
        </a:p>
      </dgm:t>
    </dgm:pt>
    <dgm:pt modelId="{1CC5538A-C4B7-444D-AE32-FB3FF33791D8}" type="sibTrans" cxnId="{961CA328-FE14-4795-9677-B8A1D5536AF6}">
      <dgm:prSet/>
      <dgm:spPr/>
      <dgm:t>
        <a:bodyPr/>
        <a:lstStyle/>
        <a:p>
          <a:endParaRPr lang="en-IN"/>
        </a:p>
      </dgm:t>
    </dgm:pt>
    <dgm:pt modelId="{A4F8ED2F-8FEC-46F9-AF2D-A01C8D807BBC}">
      <dgm:prSet/>
      <dgm:spPr/>
      <dgm:t>
        <a:bodyPr/>
        <a:lstStyle/>
        <a:p>
          <a:r>
            <a:rPr lang="en-IN"/>
            <a:t>• Command</a:t>
          </a:r>
        </a:p>
      </dgm:t>
    </dgm:pt>
    <dgm:pt modelId="{8D276579-7350-4D5E-958A-CC1A1385F324}" type="parTrans" cxnId="{79336A45-C02C-47C2-B52C-4D208873B074}">
      <dgm:prSet/>
      <dgm:spPr/>
      <dgm:t>
        <a:bodyPr/>
        <a:lstStyle/>
        <a:p>
          <a:endParaRPr lang="en-IN"/>
        </a:p>
      </dgm:t>
    </dgm:pt>
    <dgm:pt modelId="{5E0BE29B-E640-4D20-A02D-C7C8E97ADB4F}" type="sibTrans" cxnId="{79336A45-C02C-47C2-B52C-4D208873B074}">
      <dgm:prSet/>
      <dgm:spPr/>
      <dgm:t>
        <a:bodyPr/>
        <a:lstStyle/>
        <a:p>
          <a:endParaRPr lang="en-IN"/>
        </a:p>
      </dgm:t>
    </dgm:pt>
    <dgm:pt modelId="{76655B83-900C-4D1E-A697-1E5A870F3D6E}" type="pres">
      <dgm:prSet presAssocID="{744DE307-1046-4849-8811-3F779B93EE5E}" presName="linear" presStyleCnt="0">
        <dgm:presLayoutVars>
          <dgm:animLvl val="lvl"/>
          <dgm:resizeHandles val="exact"/>
        </dgm:presLayoutVars>
      </dgm:prSet>
      <dgm:spPr/>
    </dgm:pt>
    <dgm:pt modelId="{0669B309-AF50-493F-B506-1BDD50A05201}" type="pres">
      <dgm:prSet presAssocID="{8BD9772D-B187-4474-BBB5-12087666E0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E82980-BFA9-4160-9CED-EF8B153001C4}" type="pres">
      <dgm:prSet presAssocID="{8BD9772D-B187-4474-BBB5-12087666E0DD}" presName="childText" presStyleLbl="revTx" presStyleIdx="0" presStyleCnt="3">
        <dgm:presLayoutVars>
          <dgm:bulletEnabled val="1"/>
        </dgm:presLayoutVars>
      </dgm:prSet>
      <dgm:spPr/>
    </dgm:pt>
    <dgm:pt modelId="{33F5B253-818E-47E7-BB4C-296096507456}" type="pres">
      <dgm:prSet presAssocID="{17FEBF10-9544-41E3-A1AF-C930B032A0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F06C6CE-8836-4197-8EB5-D5A1FEDC7B40}" type="pres">
      <dgm:prSet presAssocID="{17FEBF10-9544-41E3-A1AF-C930B032A05C}" presName="childText" presStyleLbl="revTx" presStyleIdx="1" presStyleCnt="3">
        <dgm:presLayoutVars>
          <dgm:bulletEnabled val="1"/>
        </dgm:presLayoutVars>
      </dgm:prSet>
      <dgm:spPr/>
    </dgm:pt>
    <dgm:pt modelId="{60629576-EC4E-4D48-80B2-348B98977047}" type="pres">
      <dgm:prSet presAssocID="{994F3FC4-7D18-48BD-8EBE-A8DDB8123BD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5259ECD-2198-49D9-823F-9487A2F7EAB4}" type="pres">
      <dgm:prSet presAssocID="{994F3FC4-7D18-48BD-8EBE-A8DDB8123BD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8474917-BB9F-40DD-9EE7-B0CB94BB59F0}" srcId="{994F3FC4-7D18-48BD-8EBE-A8DDB8123BD9}" destId="{714E9CA6-5B6F-4D0B-831E-B6C691D21BB5}" srcOrd="0" destOrd="0" parTransId="{6CDD62A9-4A2D-4B83-B3B2-0B6070916501}" sibTransId="{2DE2C7D5-8547-44AC-AA8E-355E8B09AC55}"/>
    <dgm:cxn modelId="{60F98C1B-0E09-4EBC-9C63-50E5989E9196}" type="presOf" srcId="{3C761310-20BC-42BF-BB39-C8AA749497C0}" destId="{7DE82980-BFA9-4160-9CED-EF8B153001C4}" srcOrd="0" destOrd="1" presId="urn:microsoft.com/office/officeart/2005/8/layout/vList2"/>
    <dgm:cxn modelId="{F0CD261D-4C4C-45D2-AB10-561DBD076DA8}" type="presOf" srcId="{F132ECF1-9813-4FCB-9F4D-997ACB2026B1}" destId="{AF06C6CE-8836-4197-8EB5-D5A1FEDC7B40}" srcOrd="0" destOrd="2" presId="urn:microsoft.com/office/officeart/2005/8/layout/vList2"/>
    <dgm:cxn modelId="{82C6441D-EDF0-44E0-B5CF-F478EA287838}" type="presOf" srcId="{AABDB552-E0D0-4A79-9F5A-8B54A8A181A8}" destId="{35259ECD-2198-49D9-823F-9487A2F7EAB4}" srcOrd="0" destOrd="1" presId="urn:microsoft.com/office/officeart/2005/8/layout/vList2"/>
    <dgm:cxn modelId="{5E7D1622-D4B5-4AB3-A6E4-7DA979FFB42C}" srcId="{8BD9772D-B187-4474-BBB5-12087666E0DD}" destId="{10E4495E-51C2-4157-888B-2E2AC199DC65}" srcOrd="0" destOrd="0" parTransId="{98866A38-B933-45C3-B1B4-CDA5E7AEDA68}" sibTransId="{D740222E-3E22-439F-990F-78DBD266BF3E}"/>
    <dgm:cxn modelId="{AAA0BB22-EBA1-481E-8942-25BE0AB6A3BD}" srcId="{8BD9772D-B187-4474-BBB5-12087666E0DD}" destId="{E4FF9399-9027-4923-A0A0-8CAF51417F0D}" srcOrd="3" destOrd="0" parTransId="{0A53951A-0B9E-4AF7-8491-AFF80D769727}" sibTransId="{CF21563D-E199-4917-B3D7-2124ADC6E036}"/>
    <dgm:cxn modelId="{961CA328-FE14-4795-9677-B8A1D5536AF6}" srcId="{994F3FC4-7D18-48BD-8EBE-A8DDB8123BD9}" destId="{AABDB552-E0D0-4A79-9F5A-8B54A8A181A8}" srcOrd="1" destOrd="0" parTransId="{7E259C86-CFDA-4A17-A290-3D93E482612F}" sibTransId="{1CC5538A-C4B7-444D-AE32-FB3FF33791D8}"/>
    <dgm:cxn modelId="{AD30CF2F-5ECE-46DF-8775-C993A72EF39F}" type="presOf" srcId="{714E9CA6-5B6F-4D0B-831E-B6C691D21BB5}" destId="{35259ECD-2198-49D9-823F-9487A2F7EAB4}" srcOrd="0" destOrd="0" presId="urn:microsoft.com/office/officeart/2005/8/layout/vList2"/>
    <dgm:cxn modelId="{2C5F0F37-E178-4612-AD11-5AC658F66DC9}" type="presOf" srcId="{7D4AFC21-45F8-4010-8819-382B5AE2D555}" destId="{7DE82980-BFA9-4160-9CED-EF8B153001C4}" srcOrd="0" destOrd="2" presId="urn:microsoft.com/office/officeart/2005/8/layout/vList2"/>
    <dgm:cxn modelId="{075D353B-D46F-4BC8-AA89-EE13544414AB}" srcId="{17FEBF10-9544-41E3-A1AF-C930B032A05C}" destId="{F132ECF1-9813-4FCB-9F4D-997ACB2026B1}" srcOrd="2" destOrd="0" parTransId="{78C1A004-FA58-4858-B556-92EB470B61CD}" sibTransId="{0A419519-DC20-4872-9F81-ED496B884C54}"/>
    <dgm:cxn modelId="{79336A45-C02C-47C2-B52C-4D208873B074}" srcId="{994F3FC4-7D18-48BD-8EBE-A8DDB8123BD9}" destId="{A4F8ED2F-8FEC-46F9-AF2D-A01C8D807BBC}" srcOrd="2" destOrd="0" parTransId="{8D276579-7350-4D5E-958A-CC1A1385F324}" sibTransId="{5E0BE29B-E640-4D20-A02D-C7C8E97ADB4F}"/>
    <dgm:cxn modelId="{1EC4EB46-4B09-47EB-A9A6-8377B59C44A0}" type="presOf" srcId="{E4FF9399-9027-4923-A0A0-8CAF51417F0D}" destId="{7DE82980-BFA9-4160-9CED-EF8B153001C4}" srcOrd="0" destOrd="3" presId="urn:microsoft.com/office/officeart/2005/8/layout/vList2"/>
    <dgm:cxn modelId="{C49AA786-B2F1-454E-8D94-6D3DEDF6DA25}" srcId="{744DE307-1046-4849-8811-3F779B93EE5E}" destId="{8BD9772D-B187-4474-BBB5-12087666E0DD}" srcOrd="0" destOrd="0" parTransId="{6063DC75-43E6-4647-924D-5FF7A36AC028}" sibTransId="{154B4AC3-6F1C-4BE4-9EA3-F59774D04E0E}"/>
    <dgm:cxn modelId="{1D3D748B-39D8-489A-BD6D-7A3EF6B188EE}" type="presOf" srcId="{CC7C663B-01E5-400D-BEF1-875BEBA82A0E}" destId="{AF06C6CE-8836-4197-8EB5-D5A1FEDC7B40}" srcOrd="0" destOrd="1" presId="urn:microsoft.com/office/officeart/2005/8/layout/vList2"/>
    <dgm:cxn modelId="{FBC35E9E-84E8-439B-B920-D90FC0F3F515}" srcId="{8BD9772D-B187-4474-BBB5-12087666E0DD}" destId="{3C761310-20BC-42BF-BB39-C8AA749497C0}" srcOrd="1" destOrd="0" parTransId="{C94F6297-C704-4A21-8FDD-FA00DC898131}" sibTransId="{4C4E951C-573A-4141-A68B-8CB6ED01B62C}"/>
    <dgm:cxn modelId="{2B921AA1-C6E4-4D51-8EBE-2844FAF67C27}" srcId="{17FEBF10-9544-41E3-A1AF-C930B032A05C}" destId="{2FB18F22-C010-451E-9677-9940EEB3E47E}" srcOrd="0" destOrd="0" parTransId="{0201AF01-2BDE-479B-A886-D6E656AA55D7}" sibTransId="{0467E782-73FB-46FC-B4F6-0734C2C5B5D1}"/>
    <dgm:cxn modelId="{C7668DB0-53E1-4FCF-A2DA-5B13DB0EBCF1}" type="presOf" srcId="{994F3FC4-7D18-48BD-8EBE-A8DDB8123BD9}" destId="{60629576-EC4E-4D48-80B2-348B98977047}" srcOrd="0" destOrd="0" presId="urn:microsoft.com/office/officeart/2005/8/layout/vList2"/>
    <dgm:cxn modelId="{18D5C1B3-D1C9-46F7-975B-008221C2FC44}" srcId="{17FEBF10-9544-41E3-A1AF-C930B032A05C}" destId="{CC7C663B-01E5-400D-BEF1-875BEBA82A0E}" srcOrd="1" destOrd="0" parTransId="{855AEC33-9E49-44AC-A253-0DA2B884F839}" sibTransId="{F1A5E604-6118-4947-A256-9FC007D6EC32}"/>
    <dgm:cxn modelId="{532F57B4-285F-48A1-8FF8-4AEABE7756C2}" type="presOf" srcId="{17FEBF10-9544-41E3-A1AF-C930B032A05C}" destId="{33F5B253-818E-47E7-BB4C-296096507456}" srcOrd="0" destOrd="0" presId="urn:microsoft.com/office/officeart/2005/8/layout/vList2"/>
    <dgm:cxn modelId="{D7644FBC-A790-474B-869D-95A47A224B8D}" srcId="{744DE307-1046-4849-8811-3F779B93EE5E}" destId="{994F3FC4-7D18-48BD-8EBE-A8DDB8123BD9}" srcOrd="2" destOrd="0" parTransId="{76915B19-E23F-44C9-8899-78135578CC70}" sibTransId="{78775F82-F296-48CD-A2C8-A8197C6F94B5}"/>
    <dgm:cxn modelId="{8909D2BD-61AB-45B7-8A62-20B4D45D48C7}" type="presOf" srcId="{10E4495E-51C2-4157-888B-2E2AC199DC65}" destId="{7DE82980-BFA9-4160-9CED-EF8B153001C4}" srcOrd="0" destOrd="0" presId="urn:microsoft.com/office/officeart/2005/8/layout/vList2"/>
    <dgm:cxn modelId="{237E6FD4-A7C1-437B-89B4-D26BBFA59CDA}" type="presOf" srcId="{A4F8ED2F-8FEC-46F9-AF2D-A01C8D807BBC}" destId="{35259ECD-2198-49D9-823F-9487A2F7EAB4}" srcOrd="0" destOrd="2" presId="urn:microsoft.com/office/officeart/2005/8/layout/vList2"/>
    <dgm:cxn modelId="{4830C4D5-12EC-40A1-9084-B3F5FF54C806}" srcId="{8BD9772D-B187-4474-BBB5-12087666E0DD}" destId="{7D4AFC21-45F8-4010-8819-382B5AE2D555}" srcOrd="2" destOrd="0" parTransId="{F20F3896-E6BE-4C04-B75F-7D389823C9C3}" sibTransId="{DD45A8E6-4B75-4FEF-95F9-2CC51872921C}"/>
    <dgm:cxn modelId="{30009EDD-8CC2-445B-89B2-C00BB597293F}" type="presOf" srcId="{744DE307-1046-4849-8811-3F779B93EE5E}" destId="{76655B83-900C-4D1E-A697-1E5A870F3D6E}" srcOrd="0" destOrd="0" presId="urn:microsoft.com/office/officeart/2005/8/layout/vList2"/>
    <dgm:cxn modelId="{94BE87DF-40A0-4AB5-B794-806054256296}" type="presOf" srcId="{8BD9772D-B187-4474-BBB5-12087666E0DD}" destId="{0669B309-AF50-493F-B506-1BDD50A05201}" srcOrd="0" destOrd="0" presId="urn:microsoft.com/office/officeart/2005/8/layout/vList2"/>
    <dgm:cxn modelId="{6AF5B4E1-3734-4635-B5E5-3988394F79CB}" type="presOf" srcId="{2FB18F22-C010-451E-9677-9940EEB3E47E}" destId="{AF06C6CE-8836-4197-8EB5-D5A1FEDC7B40}" srcOrd="0" destOrd="0" presId="urn:microsoft.com/office/officeart/2005/8/layout/vList2"/>
    <dgm:cxn modelId="{A8DE37F0-0BBE-4FE5-AB68-954F4E466D23}" srcId="{744DE307-1046-4849-8811-3F779B93EE5E}" destId="{17FEBF10-9544-41E3-A1AF-C930B032A05C}" srcOrd="1" destOrd="0" parTransId="{A5ED5546-4AAD-4F31-BA3F-AC2EC274A5F9}" sibTransId="{A608EF18-5D19-4421-B81E-61B2954D7683}"/>
    <dgm:cxn modelId="{15B4E717-5390-4FB9-88BC-A0009D8BC0A3}" type="presParOf" srcId="{76655B83-900C-4D1E-A697-1E5A870F3D6E}" destId="{0669B309-AF50-493F-B506-1BDD50A05201}" srcOrd="0" destOrd="0" presId="urn:microsoft.com/office/officeart/2005/8/layout/vList2"/>
    <dgm:cxn modelId="{2006331D-3E13-478F-9120-F351BD91D130}" type="presParOf" srcId="{76655B83-900C-4D1E-A697-1E5A870F3D6E}" destId="{7DE82980-BFA9-4160-9CED-EF8B153001C4}" srcOrd="1" destOrd="0" presId="urn:microsoft.com/office/officeart/2005/8/layout/vList2"/>
    <dgm:cxn modelId="{35792A24-C233-46D6-9FDE-D7FED7902FFF}" type="presParOf" srcId="{76655B83-900C-4D1E-A697-1E5A870F3D6E}" destId="{33F5B253-818E-47E7-BB4C-296096507456}" srcOrd="2" destOrd="0" presId="urn:microsoft.com/office/officeart/2005/8/layout/vList2"/>
    <dgm:cxn modelId="{EF79EEDC-0FA7-4AFC-B81E-514E46DBD737}" type="presParOf" srcId="{76655B83-900C-4D1E-A697-1E5A870F3D6E}" destId="{AF06C6CE-8836-4197-8EB5-D5A1FEDC7B40}" srcOrd="3" destOrd="0" presId="urn:microsoft.com/office/officeart/2005/8/layout/vList2"/>
    <dgm:cxn modelId="{39A4B228-AA03-4E0C-8C2D-D31A88FBAE9F}" type="presParOf" srcId="{76655B83-900C-4D1E-A697-1E5A870F3D6E}" destId="{60629576-EC4E-4D48-80B2-348B98977047}" srcOrd="4" destOrd="0" presId="urn:microsoft.com/office/officeart/2005/8/layout/vList2"/>
    <dgm:cxn modelId="{EEA901F3-069A-4740-9954-16F92B1E1C22}" type="presParOf" srcId="{76655B83-900C-4D1E-A697-1E5A870F3D6E}" destId="{35259ECD-2198-49D9-823F-9487A2F7EAB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1CB119-DC3A-4A51-ADB7-60CB7BD2BE8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EA83BBE-B06E-411A-A6EE-AE98209F08F7}">
      <dgm:prSet/>
      <dgm:spPr/>
      <dgm:t>
        <a:bodyPr/>
        <a:lstStyle/>
        <a:p>
          <a:r>
            <a:rPr lang="en-IN"/>
            <a:t>• Dependency Injection</a:t>
          </a:r>
        </a:p>
      </dgm:t>
    </dgm:pt>
    <dgm:pt modelId="{D3176C9E-D921-4416-B961-FA4BE28635AC}" type="parTrans" cxnId="{0A212C56-81E5-4BBD-A657-36BD99F23444}">
      <dgm:prSet/>
      <dgm:spPr/>
      <dgm:t>
        <a:bodyPr/>
        <a:lstStyle/>
        <a:p>
          <a:endParaRPr lang="en-IN"/>
        </a:p>
      </dgm:t>
    </dgm:pt>
    <dgm:pt modelId="{1E12176D-B5E7-4F8F-8D37-62322BE5C14A}" type="sibTrans" cxnId="{0A212C56-81E5-4BBD-A657-36BD99F23444}">
      <dgm:prSet/>
      <dgm:spPr/>
      <dgm:t>
        <a:bodyPr/>
        <a:lstStyle/>
        <a:p>
          <a:endParaRPr lang="en-IN"/>
        </a:p>
      </dgm:t>
    </dgm:pt>
    <dgm:pt modelId="{C3B7CD6D-6EB6-4BE8-BE61-A483C95894F1}">
      <dgm:prSet/>
      <dgm:spPr/>
      <dgm:t>
        <a:bodyPr/>
        <a:lstStyle/>
        <a:p>
          <a:r>
            <a:rPr lang="en-IN"/>
            <a:t>• Repository Pattern</a:t>
          </a:r>
        </a:p>
      </dgm:t>
    </dgm:pt>
    <dgm:pt modelId="{B2F1839D-F5BD-4E63-8EC3-F9D9DFF114E6}" type="parTrans" cxnId="{36E52F65-DEBC-49A8-9B5D-28C8D6CBEB31}">
      <dgm:prSet/>
      <dgm:spPr/>
      <dgm:t>
        <a:bodyPr/>
        <a:lstStyle/>
        <a:p>
          <a:endParaRPr lang="en-IN"/>
        </a:p>
      </dgm:t>
    </dgm:pt>
    <dgm:pt modelId="{EF92FCFE-6BC0-4C00-951C-0B5142F2CFAE}" type="sibTrans" cxnId="{36E52F65-DEBC-49A8-9B5D-28C8D6CBEB31}">
      <dgm:prSet/>
      <dgm:spPr/>
      <dgm:t>
        <a:bodyPr/>
        <a:lstStyle/>
        <a:p>
          <a:endParaRPr lang="en-IN"/>
        </a:p>
      </dgm:t>
    </dgm:pt>
    <dgm:pt modelId="{F65D3C14-C8BF-4969-9B00-4E9C623E07EF}">
      <dgm:prSet/>
      <dgm:spPr/>
      <dgm:t>
        <a:bodyPr/>
        <a:lstStyle/>
        <a:p>
          <a:r>
            <a:rPr lang="en-IN"/>
            <a:t>• CQRS</a:t>
          </a:r>
        </a:p>
      </dgm:t>
    </dgm:pt>
    <dgm:pt modelId="{F067B2DA-A7F6-4E35-87C5-D100901D26B8}" type="parTrans" cxnId="{CAD75BA2-B12D-413C-A883-0A666F2FEC6C}">
      <dgm:prSet/>
      <dgm:spPr/>
      <dgm:t>
        <a:bodyPr/>
        <a:lstStyle/>
        <a:p>
          <a:endParaRPr lang="en-IN"/>
        </a:p>
      </dgm:t>
    </dgm:pt>
    <dgm:pt modelId="{25BEA03B-4EA1-485B-9A5B-659921A0C821}" type="sibTrans" cxnId="{CAD75BA2-B12D-413C-A883-0A666F2FEC6C}">
      <dgm:prSet/>
      <dgm:spPr/>
      <dgm:t>
        <a:bodyPr/>
        <a:lstStyle/>
        <a:p>
          <a:endParaRPr lang="en-IN"/>
        </a:p>
      </dgm:t>
    </dgm:pt>
    <dgm:pt modelId="{130C1E5F-C0FE-482A-84CF-053ECBE3C347}">
      <dgm:prSet/>
      <dgm:spPr/>
      <dgm:t>
        <a:bodyPr/>
        <a:lstStyle/>
        <a:p>
          <a:r>
            <a:rPr lang="en-IN"/>
            <a:t>• Event-driven pattern</a:t>
          </a:r>
        </a:p>
      </dgm:t>
    </dgm:pt>
    <dgm:pt modelId="{9EF5FD80-4B9B-4B06-816A-4DE3B8BCED22}" type="parTrans" cxnId="{D418E3E3-4B0A-4E58-8553-9CFB5D997FC4}">
      <dgm:prSet/>
      <dgm:spPr/>
      <dgm:t>
        <a:bodyPr/>
        <a:lstStyle/>
        <a:p>
          <a:endParaRPr lang="en-IN"/>
        </a:p>
      </dgm:t>
    </dgm:pt>
    <dgm:pt modelId="{C1DF7B10-FE68-45E4-A6C6-A0A0E65ABECC}" type="sibTrans" cxnId="{D418E3E3-4B0A-4E58-8553-9CFB5D997FC4}">
      <dgm:prSet/>
      <dgm:spPr/>
      <dgm:t>
        <a:bodyPr/>
        <a:lstStyle/>
        <a:p>
          <a:endParaRPr lang="en-IN"/>
        </a:p>
      </dgm:t>
    </dgm:pt>
    <dgm:pt modelId="{E162AE71-2F88-4CC9-AB03-CAA0D35837B2}">
      <dgm:prSet/>
      <dgm:spPr/>
      <dgm:t>
        <a:bodyPr/>
        <a:lstStyle/>
        <a:p>
          <a:r>
            <a:rPr lang="en-IN"/>
            <a:t>• Reactive pattern</a:t>
          </a:r>
        </a:p>
      </dgm:t>
    </dgm:pt>
    <dgm:pt modelId="{1895E2CC-9D68-4A08-8BF4-74A3D0647F52}" type="parTrans" cxnId="{F32A36F3-E944-4B52-8D11-A538C0346B56}">
      <dgm:prSet/>
      <dgm:spPr/>
      <dgm:t>
        <a:bodyPr/>
        <a:lstStyle/>
        <a:p>
          <a:endParaRPr lang="en-IN"/>
        </a:p>
      </dgm:t>
    </dgm:pt>
    <dgm:pt modelId="{6B63D828-8BF7-4DD3-9B9E-6CE79C5BC4F6}" type="sibTrans" cxnId="{F32A36F3-E944-4B52-8D11-A538C0346B56}">
      <dgm:prSet/>
      <dgm:spPr/>
      <dgm:t>
        <a:bodyPr/>
        <a:lstStyle/>
        <a:p>
          <a:endParaRPr lang="en-IN"/>
        </a:p>
      </dgm:t>
    </dgm:pt>
    <dgm:pt modelId="{A1DF9306-FACF-4C93-AD78-CCFB89F7C257}">
      <dgm:prSet/>
      <dgm:spPr/>
      <dgm:t>
        <a:bodyPr/>
        <a:lstStyle/>
        <a:p>
          <a:r>
            <a:rPr lang="en-IN"/>
            <a:t>• Hexagonal Architecture</a:t>
          </a:r>
        </a:p>
      </dgm:t>
    </dgm:pt>
    <dgm:pt modelId="{78013183-0DFD-4215-B4BE-076548695373}" type="parTrans" cxnId="{F3F45DED-B5BF-425F-9671-CCD2988CE80E}">
      <dgm:prSet/>
      <dgm:spPr/>
      <dgm:t>
        <a:bodyPr/>
        <a:lstStyle/>
        <a:p>
          <a:endParaRPr lang="en-IN"/>
        </a:p>
      </dgm:t>
    </dgm:pt>
    <dgm:pt modelId="{E6C08171-033E-47FA-B093-95714CD3A4ED}" type="sibTrans" cxnId="{F3F45DED-B5BF-425F-9671-CCD2988CE80E}">
      <dgm:prSet/>
      <dgm:spPr/>
      <dgm:t>
        <a:bodyPr/>
        <a:lstStyle/>
        <a:p>
          <a:endParaRPr lang="en-IN"/>
        </a:p>
      </dgm:t>
    </dgm:pt>
    <dgm:pt modelId="{FD351DC1-828F-4C6D-9C7C-8AEEA330B60F}">
      <dgm:prSet/>
      <dgm:spPr/>
      <dgm:t>
        <a:bodyPr/>
        <a:lstStyle/>
        <a:p>
          <a:r>
            <a:rPr lang="en-IN"/>
            <a:t>• Functional programming style</a:t>
          </a:r>
        </a:p>
      </dgm:t>
    </dgm:pt>
    <dgm:pt modelId="{7C060FDF-F077-431E-B837-B205AFB31F4A}" type="parTrans" cxnId="{1BD788FD-C575-4F6D-942E-01047CFA9E5D}">
      <dgm:prSet/>
      <dgm:spPr/>
      <dgm:t>
        <a:bodyPr/>
        <a:lstStyle/>
        <a:p>
          <a:endParaRPr lang="en-IN"/>
        </a:p>
      </dgm:t>
    </dgm:pt>
    <dgm:pt modelId="{40843D41-21D4-4522-8771-2ACF0FAD70CD}" type="sibTrans" cxnId="{1BD788FD-C575-4F6D-942E-01047CFA9E5D}">
      <dgm:prSet/>
      <dgm:spPr/>
      <dgm:t>
        <a:bodyPr/>
        <a:lstStyle/>
        <a:p>
          <a:endParaRPr lang="en-IN"/>
        </a:p>
      </dgm:t>
    </dgm:pt>
    <dgm:pt modelId="{74D21601-BDEE-4633-A03A-3120D8DDF14C}" type="pres">
      <dgm:prSet presAssocID="{C61CB119-DC3A-4A51-ADB7-60CB7BD2BE86}" presName="linear" presStyleCnt="0">
        <dgm:presLayoutVars>
          <dgm:animLvl val="lvl"/>
          <dgm:resizeHandles val="exact"/>
        </dgm:presLayoutVars>
      </dgm:prSet>
      <dgm:spPr/>
    </dgm:pt>
    <dgm:pt modelId="{900C265C-2C1F-489D-B405-9B404AA448AF}" type="pres">
      <dgm:prSet presAssocID="{5EA83BBE-B06E-411A-A6EE-AE98209F08F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904BAD8-1E1B-43AB-90E6-C3EE20BFE2AD}" type="pres">
      <dgm:prSet presAssocID="{1E12176D-B5E7-4F8F-8D37-62322BE5C14A}" presName="spacer" presStyleCnt="0"/>
      <dgm:spPr/>
    </dgm:pt>
    <dgm:pt modelId="{89F27D1F-0738-4BB0-A2BC-8B7897A18EC3}" type="pres">
      <dgm:prSet presAssocID="{C3B7CD6D-6EB6-4BE8-BE61-A483C95894F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A0B6589-4E51-4B0F-8041-F1A5A60CE65D}" type="pres">
      <dgm:prSet presAssocID="{EF92FCFE-6BC0-4C00-951C-0B5142F2CFAE}" presName="spacer" presStyleCnt="0"/>
      <dgm:spPr/>
    </dgm:pt>
    <dgm:pt modelId="{62B0FB5C-C412-4335-A93E-D5CFE43BF65D}" type="pres">
      <dgm:prSet presAssocID="{F65D3C14-C8BF-4969-9B00-4E9C623E07E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32DBCB7-DC66-46B2-BA05-B6C617862B82}" type="pres">
      <dgm:prSet presAssocID="{25BEA03B-4EA1-485B-9A5B-659921A0C821}" presName="spacer" presStyleCnt="0"/>
      <dgm:spPr/>
    </dgm:pt>
    <dgm:pt modelId="{86DE6DA7-28C6-4931-8EE4-A8D51A725B90}" type="pres">
      <dgm:prSet presAssocID="{130C1E5F-C0FE-482A-84CF-053ECBE3C34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B4E1688-4D2B-4AE7-A6B0-735231B1CEC5}" type="pres">
      <dgm:prSet presAssocID="{C1DF7B10-FE68-45E4-A6C6-A0A0E65ABECC}" presName="spacer" presStyleCnt="0"/>
      <dgm:spPr/>
    </dgm:pt>
    <dgm:pt modelId="{3170342E-F48D-403F-BC0D-63ADD3ED0BB4}" type="pres">
      <dgm:prSet presAssocID="{E162AE71-2F88-4CC9-AB03-CAA0D35837B2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2883158-F472-4F4C-AC4A-23A1E65CD238}" type="pres">
      <dgm:prSet presAssocID="{6B63D828-8BF7-4DD3-9B9E-6CE79C5BC4F6}" presName="spacer" presStyleCnt="0"/>
      <dgm:spPr/>
    </dgm:pt>
    <dgm:pt modelId="{85DE088B-2BF2-48C2-9C52-48CCF7D4A21C}" type="pres">
      <dgm:prSet presAssocID="{A1DF9306-FACF-4C93-AD78-CCFB89F7C25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F71DC32-4BA2-4BEC-BD25-9B4DF0E4D6F5}" type="pres">
      <dgm:prSet presAssocID="{E6C08171-033E-47FA-B093-95714CD3A4ED}" presName="spacer" presStyleCnt="0"/>
      <dgm:spPr/>
    </dgm:pt>
    <dgm:pt modelId="{41F92816-3588-48FB-A669-ECFC9E6D95E4}" type="pres">
      <dgm:prSet presAssocID="{FD351DC1-828F-4C6D-9C7C-8AEEA330B60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9C5E003-36BE-427E-8A1D-7F5771D1796D}" type="presOf" srcId="{FD351DC1-828F-4C6D-9C7C-8AEEA330B60F}" destId="{41F92816-3588-48FB-A669-ECFC9E6D95E4}" srcOrd="0" destOrd="0" presId="urn:microsoft.com/office/officeart/2005/8/layout/vList2"/>
    <dgm:cxn modelId="{AFD30707-100A-433D-9EE0-97158D93F59A}" type="presOf" srcId="{A1DF9306-FACF-4C93-AD78-CCFB89F7C257}" destId="{85DE088B-2BF2-48C2-9C52-48CCF7D4A21C}" srcOrd="0" destOrd="0" presId="urn:microsoft.com/office/officeart/2005/8/layout/vList2"/>
    <dgm:cxn modelId="{12BF3210-ACA4-4799-AF78-2A5FD5AAEDEF}" type="presOf" srcId="{C61CB119-DC3A-4A51-ADB7-60CB7BD2BE86}" destId="{74D21601-BDEE-4633-A03A-3120D8DDF14C}" srcOrd="0" destOrd="0" presId="urn:microsoft.com/office/officeart/2005/8/layout/vList2"/>
    <dgm:cxn modelId="{36E52F65-DEBC-49A8-9B5D-28C8D6CBEB31}" srcId="{C61CB119-DC3A-4A51-ADB7-60CB7BD2BE86}" destId="{C3B7CD6D-6EB6-4BE8-BE61-A483C95894F1}" srcOrd="1" destOrd="0" parTransId="{B2F1839D-F5BD-4E63-8EC3-F9D9DFF114E6}" sibTransId="{EF92FCFE-6BC0-4C00-951C-0B5142F2CFAE}"/>
    <dgm:cxn modelId="{73556555-63D1-453F-AA73-3AEBA1E4BC7D}" type="presOf" srcId="{E162AE71-2F88-4CC9-AB03-CAA0D35837B2}" destId="{3170342E-F48D-403F-BC0D-63ADD3ED0BB4}" srcOrd="0" destOrd="0" presId="urn:microsoft.com/office/officeart/2005/8/layout/vList2"/>
    <dgm:cxn modelId="{0A212C56-81E5-4BBD-A657-36BD99F23444}" srcId="{C61CB119-DC3A-4A51-ADB7-60CB7BD2BE86}" destId="{5EA83BBE-B06E-411A-A6EE-AE98209F08F7}" srcOrd="0" destOrd="0" parTransId="{D3176C9E-D921-4416-B961-FA4BE28635AC}" sibTransId="{1E12176D-B5E7-4F8F-8D37-62322BE5C14A}"/>
    <dgm:cxn modelId="{4099648B-4A34-4D11-B05C-30185A05D3A1}" type="presOf" srcId="{C3B7CD6D-6EB6-4BE8-BE61-A483C95894F1}" destId="{89F27D1F-0738-4BB0-A2BC-8B7897A18EC3}" srcOrd="0" destOrd="0" presId="urn:microsoft.com/office/officeart/2005/8/layout/vList2"/>
    <dgm:cxn modelId="{953E299D-97FD-4AB5-A3FC-3144B678812F}" type="presOf" srcId="{F65D3C14-C8BF-4969-9B00-4E9C623E07EF}" destId="{62B0FB5C-C412-4335-A93E-D5CFE43BF65D}" srcOrd="0" destOrd="0" presId="urn:microsoft.com/office/officeart/2005/8/layout/vList2"/>
    <dgm:cxn modelId="{CAD75BA2-B12D-413C-A883-0A666F2FEC6C}" srcId="{C61CB119-DC3A-4A51-ADB7-60CB7BD2BE86}" destId="{F65D3C14-C8BF-4969-9B00-4E9C623E07EF}" srcOrd="2" destOrd="0" parTransId="{F067B2DA-A7F6-4E35-87C5-D100901D26B8}" sibTransId="{25BEA03B-4EA1-485B-9A5B-659921A0C821}"/>
    <dgm:cxn modelId="{72104EBB-FDAE-4216-B496-89AE4BBF9AEA}" type="presOf" srcId="{5EA83BBE-B06E-411A-A6EE-AE98209F08F7}" destId="{900C265C-2C1F-489D-B405-9B404AA448AF}" srcOrd="0" destOrd="0" presId="urn:microsoft.com/office/officeart/2005/8/layout/vList2"/>
    <dgm:cxn modelId="{D418E3E3-4B0A-4E58-8553-9CFB5D997FC4}" srcId="{C61CB119-DC3A-4A51-ADB7-60CB7BD2BE86}" destId="{130C1E5F-C0FE-482A-84CF-053ECBE3C347}" srcOrd="3" destOrd="0" parTransId="{9EF5FD80-4B9B-4B06-816A-4DE3B8BCED22}" sibTransId="{C1DF7B10-FE68-45E4-A6C6-A0A0E65ABECC}"/>
    <dgm:cxn modelId="{F3F45DED-B5BF-425F-9671-CCD2988CE80E}" srcId="{C61CB119-DC3A-4A51-ADB7-60CB7BD2BE86}" destId="{A1DF9306-FACF-4C93-AD78-CCFB89F7C257}" srcOrd="5" destOrd="0" parTransId="{78013183-0DFD-4215-B4BE-076548695373}" sibTransId="{E6C08171-033E-47FA-B093-95714CD3A4ED}"/>
    <dgm:cxn modelId="{F32A36F3-E944-4B52-8D11-A538C0346B56}" srcId="{C61CB119-DC3A-4A51-ADB7-60CB7BD2BE86}" destId="{E162AE71-2F88-4CC9-AB03-CAA0D35837B2}" srcOrd="4" destOrd="0" parTransId="{1895E2CC-9D68-4A08-8BF4-74A3D0647F52}" sibTransId="{6B63D828-8BF7-4DD3-9B9E-6CE79C5BC4F6}"/>
    <dgm:cxn modelId="{431322FB-AA4A-4D87-AC02-4183FA6268BF}" type="presOf" srcId="{130C1E5F-C0FE-482A-84CF-053ECBE3C347}" destId="{86DE6DA7-28C6-4931-8EE4-A8D51A725B90}" srcOrd="0" destOrd="0" presId="urn:microsoft.com/office/officeart/2005/8/layout/vList2"/>
    <dgm:cxn modelId="{1BD788FD-C575-4F6D-942E-01047CFA9E5D}" srcId="{C61CB119-DC3A-4A51-ADB7-60CB7BD2BE86}" destId="{FD351DC1-828F-4C6D-9C7C-8AEEA330B60F}" srcOrd="6" destOrd="0" parTransId="{7C060FDF-F077-431E-B837-B205AFB31F4A}" sibTransId="{40843D41-21D4-4522-8771-2ACF0FAD70CD}"/>
    <dgm:cxn modelId="{1E53CB77-A8AF-45F4-9535-9516ADE3848C}" type="presParOf" srcId="{74D21601-BDEE-4633-A03A-3120D8DDF14C}" destId="{900C265C-2C1F-489D-B405-9B404AA448AF}" srcOrd="0" destOrd="0" presId="urn:microsoft.com/office/officeart/2005/8/layout/vList2"/>
    <dgm:cxn modelId="{4B4E473D-E4C8-4D7D-A65C-1CE9E7DF7692}" type="presParOf" srcId="{74D21601-BDEE-4633-A03A-3120D8DDF14C}" destId="{5904BAD8-1E1B-43AB-90E6-C3EE20BFE2AD}" srcOrd="1" destOrd="0" presId="urn:microsoft.com/office/officeart/2005/8/layout/vList2"/>
    <dgm:cxn modelId="{7E830C01-C71E-4B55-B31F-DEE155AA4D5C}" type="presParOf" srcId="{74D21601-BDEE-4633-A03A-3120D8DDF14C}" destId="{89F27D1F-0738-4BB0-A2BC-8B7897A18EC3}" srcOrd="2" destOrd="0" presId="urn:microsoft.com/office/officeart/2005/8/layout/vList2"/>
    <dgm:cxn modelId="{28EDD154-5DD5-42D7-80C1-B7CEABA4A69A}" type="presParOf" srcId="{74D21601-BDEE-4633-A03A-3120D8DDF14C}" destId="{CA0B6589-4E51-4B0F-8041-F1A5A60CE65D}" srcOrd="3" destOrd="0" presId="urn:microsoft.com/office/officeart/2005/8/layout/vList2"/>
    <dgm:cxn modelId="{D4E16750-373F-45AF-9E51-E7D3360370DE}" type="presParOf" srcId="{74D21601-BDEE-4633-A03A-3120D8DDF14C}" destId="{62B0FB5C-C412-4335-A93E-D5CFE43BF65D}" srcOrd="4" destOrd="0" presId="urn:microsoft.com/office/officeart/2005/8/layout/vList2"/>
    <dgm:cxn modelId="{62C645F2-25F2-4B6F-A39D-6BA698358F0B}" type="presParOf" srcId="{74D21601-BDEE-4633-A03A-3120D8DDF14C}" destId="{C32DBCB7-DC66-46B2-BA05-B6C617862B82}" srcOrd="5" destOrd="0" presId="urn:microsoft.com/office/officeart/2005/8/layout/vList2"/>
    <dgm:cxn modelId="{D6FB2852-5404-4902-B677-B5336D7BC9A2}" type="presParOf" srcId="{74D21601-BDEE-4633-A03A-3120D8DDF14C}" destId="{86DE6DA7-28C6-4931-8EE4-A8D51A725B90}" srcOrd="6" destOrd="0" presId="urn:microsoft.com/office/officeart/2005/8/layout/vList2"/>
    <dgm:cxn modelId="{5A9FBC2D-7035-414A-A7ED-09E069B2AFB2}" type="presParOf" srcId="{74D21601-BDEE-4633-A03A-3120D8DDF14C}" destId="{8B4E1688-4D2B-4AE7-A6B0-735231B1CEC5}" srcOrd="7" destOrd="0" presId="urn:microsoft.com/office/officeart/2005/8/layout/vList2"/>
    <dgm:cxn modelId="{7172615C-51D2-4B87-969B-C4A935097C21}" type="presParOf" srcId="{74D21601-BDEE-4633-A03A-3120D8DDF14C}" destId="{3170342E-F48D-403F-BC0D-63ADD3ED0BB4}" srcOrd="8" destOrd="0" presId="urn:microsoft.com/office/officeart/2005/8/layout/vList2"/>
    <dgm:cxn modelId="{1925FDE6-18E1-4A8A-A7BA-9D70AFB5E648}" type="presParOf" srcId="{74D21601-BDEE-4633-A03A-3120D8DDF14C}" destId="{22883158-F472-4F4C-AC4A-23A1E65CD238}" srcOrd="9" destOrd="0" presId="urn:microsoft.com/office/officeart/2005/8/layout/vList2"/>
    <dgm:cxn modelId="{99FBC4CE-EC9D-4B5D-9848-574AC9ED52E3}" type="presParOf" srcId="{74D21601-BDEE-4633-A03A-3120D8DDF14C}" destId="{85DE088B-2BF2-48C2-9C52-48CCF7D4A21C}" srcOrd="10" destOrd="0" presId="urn:microsoft.com/office/officeart/2005/8/layout/vList2"/>
    <dgm:cxn modelId="{77E7762C-BC62-4E0D-88F6-14792BF4B763}" type="presParOf" srcId="{74D21601-BDEE-4633-A03A-3120D8DDF14C}" destId="{EF71DC32-4BA2-4BEC-BD25-9B4DF0E4D6F5}" srcOrd="11" destOrd="0" presId="urn:microsoft.com/office/officeart/2005/8/layout/vList2"/>
    <dgm:cxn modelId="{060570C0-8422-472C-AB2F-DB9000F4B030}" type="presParOf" srcId="{74D21601-BDEE-4633-A03A-3120D8DDF14C}" destId="{41F92816-3588-48FB-A669-ECFC9E6D95E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362C7E-F554-4F05-AC5F-FF53246C67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292E3A8-8E73-492D-9DB8-E56E66B1F4DB}">
      <dgm:prSet/>
      <dgm:spPr/>
      <dgm:t>
        <a:bodyPr/>
        <a:lstStyle/>
        <a:p>
          <a:r>
            <a:rPr lang="en-IN"/>
            <a:t>• API Gateway</a:t>
          </a:r>
        </a:p>
      </dgm:t>
    </dgm:pt>
    <dgm:pt modelId="{D1D31E4E-114E-4449-B29B-6901B355D70A}" type="parTrans" cxnId="{D082D6FE-715A-4883-9608-74B3666D0C56}">
      <dgm:prSet/>
      <dgm:spPr/>
      <dgm:t>
        <a:bodyPr/>
        <a:lstStyle/>
        <a:p>
          <a:endParaRPr lang="en-IN"/>
        </a:p>
      </dgm:t>
    </dgm:pt>
    <dgm:pt modelId="{6C7275E0-6D45-47B6-8677-59080045CA8A}" type="sibTrans" cxnId="{D082D6FE-715A-4883-9608-74B3666D0C56}">
      <dgm:prSet/>
      <dgm:spPr/>
      <dgm:t>
        <a:bodyPr/>
        <a:lstStyle/>
        <a:p>
          <a:endParaRPr lang="en-IN"/>
        </a:p>
      </dgm:t>
    </dgm:pt>
    <dgm:pt modelId="{2E218828-9849-415F-B568-D8E3F8C731F4}">
      <dgm:prSet/>
      <dgm:spPr/>
      <dgm:t>
        <a:bodyPr/>
        <a:lstStyle/>
        <a:p>
          <a:r>
            <a:rPr lang="en-IN"/>
            <a:t>• Service Discovery</a:t>
          </a:r>
        </a:p>
      </dgm:t>
    </dgm:pt>
    <dgm:pt modelId="{C8CD17F8-E256-4750-A387-223D11F57F17}" type="parTrans" cxnId="{BF23E635-B80B-43E7-A16E-0D6399D3C2C1}">
      <dgm:prSet/>
      <dgm:spPr/>
      <dgm:t>
        <a:bodyPr/>
        <a:lstStyle/>
        <a:p>
          <a:endParaRPr lang="en-IN"/>
        </a:p>
      </dgm:t>
    </dgm:pt>
    <dgm:pt modelId="{E787DBA4-1401-4C29-98F1-1A67C356D1ED}" type="sibTrans" cxnId="{BF23E635-B80B-43E7-A16E-0D6399D3C2C1}">
      <dgm:prSet/>
      <dgm:spPr/>
      <dgm:t>
        <a:bodyPr/>
        <a:lstStyle/>
        <a:p>
          <a:endParaRPr lang="en-IN"/>
        </a:p>
      </dgm:t>
    </dgm:pt>
    <dgm:pt modelId="{631DA42A-5965-4DDC-B21F-8808470DA4DA}">
      <dgm:prSet/>
      <dgm:spPr/>
      <dgm:t>
        <a:bodyPr/>
        <a:lstStyle/>
        <a:p>
          <a:r>
            <a:rPr lang="en-IN"/>
            <a:t>• Circuit Breaker</a:t>
          </a:r>
        </a:p>
      </dgm:t>
    </dgm:pt>
    <dgm:pt modelId="{413DBB3A-EDA3-498C-A9E3-C291ACCB5664}" type="parTrans" cxnId="{E46C5794-5795-40D7-B353-EA493531C829}">
      <dgm:prSet/>
      <dgm:spPr/>
      <dgm:t>
        <a:bodyPr/>
        <a:lstStyle/>
        <a:p>
          <a:endParaRPr lang="en-IN"/>
        </a:p>
      </dgm:t>
    </dgm:pt>
    <dgm:pt modelId="{2F829DED-7AF9-4E09-AA9E-0A8A540F6D4B}" type="sibTrans" cxnId="{E46C5794-5795-40D7-B353-EA493531C829}">
      <dgm:prSet/>
      <dgm:spPr/>
      <dgm:t>
        <a:bodyPr/>
        <a:lstStyle/>
        <a:p>
          <a:endParaRPr lang="en-IN"/>
        </a:p>
      </dgm:t>
    </dgm:pt>
    <dgm:pt modelId="{65928D27-3400-44EC-8A8F-C170B1F50BD8}">
      <dgm:prSet/>
      <dgm:spPr/>
      <dgm:t>
        <a:bodyPr/>
        <a:lstStyle/>
        <a:p>
          <a:r>
            <a:rPr lang="en-IN"/>
            <a:t>• Saga</a:t>
          </a:r>
        </a:p>
      </dgm:t>
    </dgm:pt>
    <dgm:pt modelId="{E3321E07-6CC8-4DE8-9067-0D0EB53F8220}" type="parTrans" cxnId="{12EBC50C-3E43-4F90-9B34-316344D9FB19}">
      <dgm:prSet/>
      <dgm:spPr/>
      <dgm:t>
        <a:bodyPr/>
        <a:lstStyle/>
        <a:p>
          <a:endParaRPr lang="en-IN"/>
        </a:p>
      </dgm:t>
    </dgm:pt>
    <dgm:pt modelId="{1B500E7C-1988-4A6E-AFB4-E3D2D1E1AD70}" type="sibTrans" cxnId="{12EBC50C-3E43-4F90-9B34-316344D9FB19}">
      <dgm:prSet/>
      <dgm:spPr/>
      <dgm:t>
        <a:bodyPr/>
        <a:lstStyle/>
        <a:p>
          <a:endParaRPr lang="en-IN"/>
        </a:p>
      </dgm:t>
    </dgm:pt>
    <dgm:pt modelId="{4001EB61-8A2F-4E68-A547-02167CE25C5D}">
      <dgm:prSet/>
      <dgm:spPr/>
      <dgm:t>
        <a:bodyPr/>
        <a:lstStyle/>
        <a:p>
          <a:r>
            <a:rPr lang="en-IN"/>
            <a:t>• CQRS</a:t>
          </a:r>
        </a:p>
      </dgm:t>
    </dgm:pt>
    <dgm:pt modelId="{676FAD71-24C2-48B8-A09F-3F5060CED69D}" type="parTrans" cxnId="{0ACBC16F-01D4-4345-B91A-1940B3BD77FE}">
      <dgm:prSet/>
      <dgm:spPr/>
      <dgm:t>
        <a:bodyPr/>
        <a:lstStyle/>
        <a:p>
          <a:endParaRPr lang="en-IN"/>
        </a:p>
      </dgm:t>
    </dgm:pt>
    <dgm:pt modelId="{256EE3D8-6A19-4F08-80F4-79E9590BAD28}" type="sibTrans" cxnId="{0ACBC16F-01D4-4345-B91A-1940B3BD77FE}">
      <dgm:prSet/>
      <dgm:spPr/>
      <dgm:t>
        <a:bodyPr/>
        <a:lstStyle/>
        <a:p>
          <a:endParaRPr lang="en-IN"/>
        </a:p>
      </dgm:t>
    </dgm:pt>
    <dgm:pt modelId="{B06062EB-8FCF-4335-984B-5EA79283F73A}">
      <dgm:prSet/>
      <dgm:spPr/>
      <dgm:t>
        <a:bodyPr/>
        <a:lstStyle/>
        <a:p>
          <a:r>
            <a:rPr lang="en-IN"/>
            <a:t>• Event Sourcing</a:t>
          </a:r>
        </a:p>
      </dgm:t>
    </dgm:pt>
    <dgm:pt modelId="{15EA5102-3966-4DFF-96ED-9C7654626447}" type="parTrans" cxnId="{C77BBECD-F7AA-4930-9793-0BA414637A69}">
      <dgm:prSet/>
      <dgm:spPr/>
      <dgm:t>
        <a:bodyPr/>
        <a:lstStyle/>
        <a:p>
          <a:endParaRPr lang="en-IN"/>
        </a:p>
      </dgm:t>
    </dgm:pt>
    <dgm:pt modelId="{07F2CBDE-B122-4BF4-9810-BBB6B11E45C9}" type="sibTrans" cxnId="{C77BBECD-F7AA-4930-9793-0BA414637A69}">
      <dgm:prSet/>
      <dgm:spPr/>
      <dgm:t>
        <a:bodyPr/>
        <a:lstStyle/>
        <a:p>
          <a:endParaRPr lang="en-IN"/>
        </a:p>
      </dgm:t>
    </dgm:pt>
    <dgm:pt modelId="{55A23294-CCCE-4E71-AF64-4F22B9FDE4CC}">
      <dgm:prSet/>
      <dgm:spPr/>
      <dgm:t>
        <a:bodyPr/>
        <a:lstStyle/>
        <a:p>
          <a:r>
            <a:rPr lang="en-IN"/>
            <a:t>• Bulkhead</a:t>
          </a:r>
        </a:p>
      </dgm:t>
    </dgm:pt>
    <dgm:pt modelId="{0FD48800-34EB-46BD-86D0-70E25A7A6D51}" type="parTrans" cxnId="{46043742-48C7-4677-A703-D0905A0A4A2A}">
      <dgm:prSet/>
      <dgm:spPr/>
      <dgm:t>
        <a:bodyPr/>
        <a:lstStyle/>
        <a:p>
          <a:endParaRPr lang="en-IN"/>
        </a:p>
      </dgm:t>
    </dgm:pt>
    <dgm:pt modelId="{FCBDED0F-4F7C-4AF0-A9B8-3F46C64DDC55}" type="sibTrans" cxnId="{46043742-48C7-4677-A703-D0905A0A4A2A}">
      <dgm:prSet/>
      <dgm:spPr/>
      <dgm:t>
        <a:bodyPr/>
        <a:lstStyle/>
        <a:p>
          <a:endParaRPr lang="en-IN"/>
        </a:p>
      </dgm:t>
    </dgm:pt>
    <dgm:pt modelId="{413AEAFF-B58F-4811-A296-F5EB9A538018}">
      <dgm:prSet/>
      <dgm:spPr/>
      <dgm:t>
        <a:bodyPr/>
        <a:lstStyle/>
        <a:p>
          <a:r>
            <a:rPr lang="en-IN"/>
            <a:t>• Retry Pattern</a:t>
          </a:r>
        </a:p>
      </dgm:t>
    </dgm:pt>
    <dgm:pt modelId="{6AE47A96-2398-410E-9D71-91260B762A42}" type="parTrans" cxnId="{42DFA271-96E9-4449-92FA-DEFAF6952E85}">
      <dgm:prSet/>
      <dgm:spPr/>
      <dgm:t>
        <a:bodyPr/>
        <a:lstStyle/>
        <a:p>
          <a:endParaRPr lang="en-IN"/>
        </a:p>
      </dgm:t>
    </dgm:pt>
    <dgm:pt modelId="{366B214A-59E6-4A9E-9C7C-C739173EBDAF}" type="sibTrans" cxnId="{42DFA271-96E9-4449-92FA-DEFAF6952E85}">
      <dgm:prSet/>
      <dgm:spPr/>
      <dgm:t>
        <a:bodyPr/>
        <a:lstStyle/>
        <a:p>
          <a:endParaRPr lang="en-IN"/>
        </a:p>
      </dgm:t>
    </dgm:pt>
    <dgm:pt modelId="{C10676FA-81B8-454E-8F47-2C37E5FDE3EF}" type="pres">
      <dgm:prSet presAssocID="{0C362C7E-F554-4F05-AC5F-FF53246C6756}" presName="linear" presStyleCnt="0">
        <dgm:presLayoutVars>
          <dgm:animLvl val="lvl"/>
          <dgm:resizeHandles val="exact"/>
        </dgm:presLayoutVars>
      </dgm:prSet>
      <dgm:spPr/>
    </dgm:pt>
    <dgm:pt modelId="{036D29B4-F854-4B0A-B7B4-8420A5B09A06}" type="pres">
      <dgm:prSet presAssocID="{4292E3A8-8E73-492D-9DB8-E56E66B1F4D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AD0ED873-EEF2-4884-A1CB-6E7712490C39}" type="pres">
      <dgm:prSet presAssocID="{6C7275E0-6D45-47B6-8677-59080045CA8A}" presName="spacer" presStyleCnt="0"/>
      <dgm:spPr/>
    </dgm:pt>
    <dgm:pt modelId="{EF41DCC2-B5BD-4557-8898-9536133F6B1C}" type="pres">
      <dgm:prSet presAssocID="{2E218828-9849-415F-B568-D8E3F8C731F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D52D1B37-1FEC-47CD-B26D-56E3F31E782A}" type="pres">
      <dgm:prSet presAssocID="{E787DBA4-1401-4C29-98F1-1A67C356D1ED}" presName="spacer" presStyleCnt="0"/>
      <dgm:spPr/>
    </dgm:pt>
    <dgm:pt modelId="{DDE554BC-A88F-4987-A439-7A26A1A16F92}" type="pres">
      <dgm:prSet presAssocID="{631DA42A-5965-4DDC-B21F-8808470DA4D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D53E9511-1102-45C5-BEC7-A09FD5B0A513}" type="pres">
      <dgm:prSet presAssocID="{2F829DED-7AF9-4E09-AA9E-0A8A540F6D4B}" presName="spacer" presStyleCnt="0"/>
      <dgm:spPr/>
    </dgm:pt>
    <dgm:pt modelId="{A428BCA4-13B7-4F00-B5B0-2B4A53CF6559}" type="pres">
      <dgm:prSet presAssocID="{65928D27-3400-44EC-8A8F-C170B1F50BD8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3B47F18-668C-4517-9F68-8D49C82494D3}" type="pres">
      <dgm:prSet presAssocID="{1B500E7C-1988-4A6E-AFB4-E3D2D1E1AD70}" presName="spacer" presStyleCnt="0"/>
      <dgm:spPr/>
    </dgm:pt>
    <dgm:pt modelId="{C8CB4C8F-402D-49FA-988E-F52988EDAF68}" type="pres">
      <dgm:prSet presAssocID="{4001EB61-8A2F-4E68-A547-02167CE25C5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AA4E447E-C255-4042-BB2A-480EE1B2A5E1}" type="pres">
      <dgm:prSet presAssocID="{256EE3D8-6A19-4F08-80F4-79E9590BAD28}" presName="spacer" presStyleCnt="0"/>
      <dgm:spPr/>
    </dgm:pt>
    <dgm:pt modelId="{DAD11F0F-8CB1-44A2-AC53-A53E8902D73B}" type="pres">
      <dgm:prSet presAssocID="{B06062EB-8FCF-4335-984B-5EA79283F73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4A17BCF-9C02-4C09-9541-620605503E04}" type="pres">
      <dgm:prSet presAssocID="{07F2CBDE-B122-4BF4-9810-BBB6B11E45C9}" presName="spacer" presStyleCnt="0"/>
      <dgm:spPr/>
    </dgm:pt>
    <dgm:pt modelId="{374220C6-5CEC-48B9-9E7F-2449A5DDDF73}" type="pres">
      <dgm:prSet presAssocID="{55A23294-CCCE-4E71-AF64-4F22B9FDE4CC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224CC6A-DF97-4DB3-925B-D43F8D1F95F5}" type="pres">
      <dgm:prSet presAssocID="{FCBDED0F-4F7C-4AF0-A9B8-3F46C64DDC55}" presName="spacer" presStyleCnt="0"/>
      <dgm:spPr/>
    </dgm:pt>
    <dgm:pt modelId="{29E4FE2C-26B3-4AB7-BF05-D689E63F0FD5}" type="pres">
      <dgm:prSet presAssocID="{413AEAFF-B58F-4811-A296-F5EB9A538018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2BCCE05-8371-4326-91EA-06E81106860F}" type="presOf" srcId="{0C362C7E-F554-4F05-AC5F-FF53246C6756}" destId="{C10676FA-81B8-454E-8F47-2C37E5FDE3EF}" srcOrd="0" destOrd="0" presId="urn:microsoft.com/office/officeart/2005/8/layout/vList2"/>
    <dgm:cxn modelId="{12EBC50C-3E43-4F90-9B34-316344D9FB19}" srcId="{0C362C7E-F554-4F05-AC5F-FF53246C6756}" destId="{65928D27-3400-44EC-8A8F-C170B1F50BD8}" srcOrd="3" destOrd="0" parTransId="{E3321E07-6CC8-4DE8-9067-0D0EB53F8220}" sibTransId="{1B500E7C-1988-4A6E-AFB4-E3D2D1E1AD70}"/>
    <dgm:cxn modelId="{BF23E635-B80B-43E7-A16E-0D6399D3C2C1}" srcId="{0C362C7E-F554-4F05-AC5F-FF53246C6756}" destId="{2E218828-9849-415F-B568-D8E3F8C731F4}" srcOrd="1" destOrd="0" parTransId="{C8CD17F8-E256-4750-A387-223D11F57F17}" sibTransId="{E787DBA4-1401-4C29-98F1-1A67C356D1ED}"/>
    <dgm:cxn modelId="{E3EA5237-05C0-4002-9900-3159710C031E}" type="presOf" srcId="{55A23294-CCCE-4E71-AF64-4F22B9FDE4CC}" destId="{374220C6-5CEC-48B9-9E7F-2449A5DDDF73}" srcOrd="0" destOrd="0" presId="urn:microsoft.com/office/officeart/2005/8/layout/vList2"/>
    <dgm:cxn modelId="{1FAD803C-93CD-4AEB-A7C0-2507DF7965A6}" type="presOf" srcId="{631DA42A-5965-4DDC-B21F-8808470DA4DA}" destId="{DDE554BC-A88F-4987-A439-7A26A1A16F92}" srcOrd="0" destOrd="0" presId="urn:microsoft.com/office/officeart/2005/8/layout/vList2"/>
    <dgm:cxn modelId="{E1CF853E-F938-4ADD-8028-D0F700584C82}" type="presOf" srcId="{413AEAFF-B58F-4811-A296-F5EB9A538018}" destId="{29E4FE2C-26B3-4AB7-BF05-D689E63F0FD5}" srcOrd="0" destOrd="0" presId="urn:microsoft.com/office/officeart/2005/8/layout/vList2"/>
    <dgm:cxn modelId="{46043742-48C7-4677-A703-D0905A0A4A2A}" srcId="{0C362C7E-F554-4F05-AC5F-FF53246C6756}" destId="{55A23294-CCCE-4E71-AF64-4F22B9FDE4CC}" srcOrd="6" destOrd="0" parTransId="{0FD48800-34EB-46BD-86D0-70E25A7A6D51}" sibTransId="{FCBDED0F-4F7C-4AF0-A9B8-3F46C64DDC55}"/>
    <dgm:cxn modelId="{0ACBC16F-01D4-4345-B91A-1940B3BD77FE}" srcId="{0C362C7E-F554-4F05-AC5F-FF53246C6756}" destId="{4001EB61-8A2F-4E68-A547-02167CE25C5D}" srcOrd="4" destOrd="0" parTransId="{676FAD71-24C2-48B8-A09F-3F5060CED69D}" sibTransId="{256EE3D8-6A19-4F08-80F4-79E9590BAD28}"/>
    <dgm:cxn modelId="{42DFA271-96E9-4449-92FA-DEFAF6952E85}" srcId="{0C362C7E-F554-4F05-AC5F-FF53246C6756}" destId="{413AEAFF-B58F-4811-A296-F5EB9A538018}" srcOrd="7" destOrd="0" parTransId="{6AE47A96-2398-410E-9D71-91260B762A42}" sibTransId="{366B214A-59E6-4A9E-9C7C-C739173EBDAF}"/>
    <dgm:cxn modelId="{33601F83-A0C0-44DE-8064-B97E2744A5D1}" type="presOf" srcId="{B06062EB-8FCF-4335-984B-5EA79283F73A}" destId="{DAD11F0F-8CB1-44A2-AC53-A53E8902D73B}" srcOrd="0" destOrd="0" presId="urn:microsoft.com/office/officeart/2005/8/layout/vList2"/>
    <dgm:cxn modelId="{E46C5794-5795-40D7-B353-EA493531C829}" srcId="{0C362C7E-F554-4F05-AC5F-FF53246C6756}" destId="{631DA42A-5965-4DDC-B21F-8808470DA4DA}" srcOrd="2" destOrd="0" parTransId="{413DBB3A-EDA3-498C-A9E3-C291ACCB5664}" sibTransId="{2F829DED-7AF9-4E09-AA9E-0A8A540F6D4B}"/>
    <dgm:cxn modelId="{F6F5F7B7-0687-4479-BFFD-0B2F3D39E605}" type="presOf" srcId="{65928D27-3400-44EC-8A8F-C170B1F50BD8}" destId="{A428BCA4-13B7-4F00-B5B0-2B4A53CF6559}" srcOrd="0" destOrd="0" presId="urn:microsoft.com/office/officeart/2005/8/layout/vList2"/>
    <dgm:cxn modelId="{C77BBECD-F7AA-4930-9793-0BA414637A69}" srcId="{0C362C7E-F554-4F05-AC5F-FF53246C6756}" destId="{B06062EB-8FCF-4335-984B-5EA79283F73A}" srcOrd="5" destOrd="0" parTransId="{15EA5102-3966-4DFF-96ED-9C7654626447}" sibTransId="{07F2CBDE-B122-4BF4-9810-BBB6B11E45C9}"/>
    <dgm:cxn modelId="{E64F4CD7-9488-4755-99FE-08E8F083FFE0}" type="presOf" srcId="{2E218828-9849-415F-B568-D8E3F8C731F4}" destId="{EF41DCC2-B5BD-4557-8898-9536133F6B1C}" srcOrd="0" destOrd="0" presId="urn:microsoft.com/office/officeart/2005/8/layout/vList2"/>
    <dgm:cxn modelId="{3E3768F1-1DDD-48B6-AE85-CC3C425CCEA9}" type="presOf" srcId="{4292E3A8-8E73-492D-9DB8-E56E66B1F4DB}" destId="{036D29B4-F854-4B0A-B7B4-8420A5B09A06}" srcOrd="0" destOrd="0" presId="urn:microsoft.com/office/officeart/2005/8/layout/vList2"/>
    <dgm:cxn modelId="{D082D6FE-715A-4883-9608-74B3666D0C56}" srcId="{0C362C7E-F554-4F05-AC5F-FF53246C6756}" destId="{4292E3A8-8E73-492D-9DB8-E56E66B1F4DB}" srcOrd="0" destOrd="0" parTransId="{D1D31E4E-114E-4449-B29B-6901B355D70A}" sibTransId="{6C7275E0-6D45-47B6-8677-59080045CA8A}"/>
    <dgm:cxn modelId="{C72770FF-375E-4CB8-ABBD-68DC641AC071}" type="presOf" srcId="{4001EB61-8A2F-4E68-A547-02167CE25C5D}" destId="{C8CB4C8F-402D-49FA-988E-F52988EDAF68}" srcOrd="0" destOrd="0" presId="urn:microsoft.com/office/officeart/2005/8/layout/vList2"/>
    <dgm:cxn modelId="{1674B44F-E9C8-4426-B4FE-EDD1C1364456}" type="presParOf" srcId="{C10676FA-81B8-454E-8F47-2C37E5FDE3EF}" destId="{036D29B4-F854-4B0A-B7B4-8420A5B09A06}" srcOrd="0" destOrd="0" presId="urn:microsoft.com/office/officeart/2005/8/layout/vList2"/>
    <dgm:cxn modelId="{672BBBEF-7AED-4440-B62E-550F51F20770}" type="presParOf" srcId="{C10676FA-81B8-454E-8F47-2C37E5FDE3EF}" destId="{AD0ED873-EEF2-4884-A1CB-6E7712490C39}" srcOrd="1" destOrd="0" presId="urn:microsoft.com/office/officeart/2005/8/layout/vList2"/>
    <dgm:cxn modelId="{F5558E6B-8EAC-4509-BB92-0F70B1B7560C}" type="presParOf" srcId="{C10676FA-81B8-454E-8F47-2C37E5FDE3EF}" destId="{EF41DCC2-B5BD-4557-8898-9536133F6B1C}" srcOrd="2" destOrd="0" presId="urn:microsoft.com/office/officeart/2005/8/layout/vList2"/>
    <dgm:cxn modelId="{9894CC07-2CCA-42CA-AF8A-6C069DF458BD}" type="presParOf" srcId="{C10676FA-81B8-454E-8F47-2C37E5FDE3EF}" destId="{D52D1B37-1FEC-47CD-B26D-56E3F31E782A}" srcOrd="3" destOrd="0" presId="urn:microsoft.com/office/officeart/2005/8/layout/vList2"/>
    <dgm:cxn modelId="{C76F1F32-192F-4659-9D5B-FC02602468E2}" type="presParOf" srcId="{C10676FA-81B8-454E-8F47-2C37E5FDE3EF}" destId="{DDE554BC-A88F-4987-A439-7A26A1A16F92}" srcOrd="4" destOrd="0" presId="urn:microsoft.com/office/officeart/2005/8/layout/vList2"/>
    <dgm:cxn modelId="{E9374C00-A58B-4D06-8E2A-AF198E05D180}" type="presParOf" srcId="{C10676FA-81B8-454E-8F47-2C37E5FDE3EF}" destId="{D53E9511-1102-45C5-BEC7-A09FD5B0A513}" srcOrd="5" destOrd="0" presId="urn:microsoft.com/office/officeart/2005/8/layout/vList2"/>
    <dgm:cxn modelId="{D838E973-CF38-44C6-8B6C-CDE1D69D1F5C}" type="presParOf" srcId="{C10676FA-81B8-454E-8F47-2C37E5FDE3EF}" destId="{A428BCA4-13B7-4F00-B5B0-2B4A53CF6559}" srcOrd="6" destOrd="0" presId="urn:microsoft.com/office/officeart/2005/8/layout/vList2"/>
    <dgm:cxn modelId="{B01B9DA9-2189-4358-8587-D8771B704406}" type="presParOf" srcId="{C10676FA-81B8-454E-8F47-2C37E5FDE3EF}" destId="{03B47F18-668C-4517-9F68-8D49C82494D3}" srcOrd="7" destOrd="0" presId="urn:microsoft.com/office/officeart/2005/8/layout/vList2"/>
    <dgm:cxn modelId="{A75AAF7C-5C96-433C-8CB4-9F3EA75A869B}" type="presParOf" srcId="{C10676FA-81B8-454E-8F47-2C37E5FDE3EF}" destId="{C8CB4C8F-402D-49FA-988E-F52988EDAF68}" srcOrd="8" destOrd="0" presId="urn:microsoft.com/office/officeart/2005/8/layout/vList2"/>
    <dgm:cxn modelId="{36A82F79-214D-4E1D-9F36-F8D9B5DE9800}" type="presParOf" srcId="{C10676FA-81B8-454E-8F47-2C37E5FDE3EF}" destId="{AA4E447E-C255-4042-BB2A-480EE1B2A5E1}" srcOrd="9" destOrd="0" presId="urn:microsoft.com/office/officeart/2005/8/layout/vList2"/>
    <dgm:cxn modelId="{9F744CC3-03DB-4437-A623-F6923AEAE7E4}" type="presParOf" srcId="{C10676FA-81B8-454E-8F47-2C37E5FDE3EF}" destId="{DAD11F0F-8CB1-44A2-AC53-A53E8902D73B}" srcOrd="10" destOrd="0" presId="urn:microsoft.com/office/officeart/2005/8/layout/vList2"/>
    <dgm:cxn modelId="{C2CD5A67-95D0-4C73-9E0B-0C638D56E49B}" type="presParOf" srcId="{C10676FA-81B8-454E-8F47-2C37E5FDE3EF}" destId="{44A17BCF-9C02-4C09-9541-620605503E04}" srcOrd="11" destOrd="0" presId="urn:microsoft.com/office/officeart/2005/8/layout/vList2"/>
    <dgm:cxn modelId="{8D736CA2-C9B1-4EC9-A7BA-EB5EA1C5AC5A}" type="presParOf" srcId="{C10676FA-81B8-454E-8F47-2C37E5FDE3EF}" destId="{374220C6-5CEC-48B9-9E7F-2449A5DDDF73}" srcOrd="12" destOrd="0" presId="urn:microsoft.com/office/officeart/2005/8/layout/vList2"/>
    <dgm:cxn modelId="{6356198B-1CA0-4C0C-817F-5291E003F2DC}" type="presParOf" srcId="{C10676FA-81B8-454E-8F47-2C37E5FDE3EF}" destId="{9224CC6A-DF97-4DB3-925B-D43F8D1F95F5}" srcOrd="13" destOrd="0" presId="urn:microsoft.com/office/officeart/2005/8/layout/vList2"/>
    <dgm:cxn modelId="{8CD803BF-A0CF-4153-B2FF-10A413478692}" type="presParOf" srcId="{C10676FA-81B8-454E-8F47-2C37E5FDE3EF}" destId="{29E4FE2C-26B3-4AB7-BF05-D689E63F0FD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5F2B75-9EBC-465A-823E-7EC0F84B56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4DBC48-04CD-4954-9D44-AADE55C8B895}">
      <dgm:prSet/>
      <dgm:spPr/>
      <dgm:t>
        <a:bodyPr/>
        <a:lstStyle/>
        <a:p>
          <a:r>
            <a:rPr lang="en-US" b="1" dirty="0"/>
            <a:t>Why Use Enum for Singletons?</a:t>
          </a:r>
          <a:endParaRPr lang="en-IN" dirty="0"/>
        </a:p>
      </dgm:t>
    </dgm:pt>
    <dgm:pt modelId="{A8F86D4C-CF42-4FFD-AC30-D09BF6423727}" type="parTrans" cxnId="{1C50D558-DA4E-45DC-BF4C-F9246E60E573}">
      <dgm:prSet/>
      <dgm:spPr/>
      <dgm:t>
        <a:bodyPr/>
        <a:lstStyle/>
        <a:p>
          <a:endParaRPr lang="en-IN"/>
        </a:p>
      </dgm:t>
    </dgm:pt>
    <dgm:pt modelId="{A6273FC9-195A-4E8B-9A0F-C7F1F9C6CFA5}" type="sibTrans" cxnId="{1C50D558-DA4E-45DC-BF4C-F9246E60E573}">
      <dgm:prSet/>
      <dgm:spPr/>
      <dgm:t>
        <a:bodyPr/>
        <a:lstStyle/>
        <a:p>
          <a:endParaRPr lang="en-IN"/>
        </a:p>
      </dgm:t>
    </dgm:pt>
    <dgm:pt modelId="{F4CF0E62-9264-4DE9-AA53-73056DE59D65}">
      <dgm:prSet/>
      <dgm:spPr/>
      <dgm:t>
        <a:bodyPr/>
        <a:lstStyle/>
        <a:p>
          <a:r>
            <a:rPr lang="en-US" b="1" dirty="0"/>
            <a:t>Thread-Safety:</a:t>
          </a:r>
          <a:r>
            <a:rPr lang="en-US" dirty="0"/>
            <a:t> The JVM guarantees that </a:t>
          </a:r>
          <a:r>
            <a:rPr lang="en-US" dirty="0" err="1"/>
            <a:t>enum</a:t>
          </a:r>
          <a:r>
            <a:rPr lang="en-US" dirty="0"/>
            <a:t> instances are created in a thread-safe manner during class loading, eliminating the need for complex "double-checked locking".</a:t>
          </a:r>
          <a:endParaRPr lang="en-IN" dirty="0"/>
        </a:p>
      </dgm:t>
    </dgm:pt>
    <dgm:pt modelId="{23B9F9A0-C5B7-4DA9-AA62-46E26D865281}" type="parTrans" cxnId="{39BF63C7-E8A1-478F-A4C1-522A982BA768}">
      <dgm:prSet/>
      <dgm:spPr/>
      <dgm:t>
        <a:bodyPr/>
        <a:lstStyle/>
        <a:p>
          <a:endParaRPr lang="en-IN"/>
        </a:p>
      </dgm:t>
    </dgm:pt>
    <dgm:pt modelId="{C6939F21-D8F6-4EC0-8925-E7AB3FFCE0F2}" type="sibTrans" cxnId="{39BF63C7-E8A1-478F-A4C1-522A982BA768}">
      <dgm:prSet/>
      <dgm:spPr/>
      <dgm:t>
        <a:bodyPr/>
        <a:lstStyle/>
        <a:p>
          <a:endParaRPr lang="en-IN"/>
        </a:p>
      </dgm:t>
    </dgm:pt>
    <dgm:pt modelId="{B96203E7-0CA8-4909-96B7-39AF77CE72EF}">
      <dgm:prSet/>
      <dgm:spPr/>
      <dgm:t>
        <a:bodyPr/>
        <a:lstStyle/>
        <a:p>
          <a:r>
            <a:rPr lang="en-US" b="1" dirty="0"/>
            <a:t>Serialization-Proof:</a:t>
          </a:r>
          <a:r>
            <a:rPr lang="en-US" dirty="0"/>
            <a:t> Unlike traditional classes, the JVM handles </a:t>
          </a:r>
          <a:r>
            <a:rPr lang="en-US" dirty="0" err="1"/>
            <a:t>enum</a:t>
          </a:r>
          <a:r>
            <a:rPr lang="en-US" dirty="0"/>
            <a:t> serialization by returning the existing constant, ensuring that deserialization never creates a second instance.</a:t>
          </a:r>
          <a:endParaRPr lang="en-IN" dirty="0"/>
        </a:p>
      </dgm:t>
    </dgm:pt>
    <dgm:pt modelId="{16EBE025-9186-44DA-AA64-FDF5F15C2C90}" type="parTrans" cxnId="{26BD127B-C540-4F39-ACC8-06E3B1BDAEDA}">
      <dgm:prSet/>
      <dgm:spPr/>
      <dgm:t>
        <a:bodyPr/>
        <a:lstStyle/>
        <a:p>
          <a:endParaRPr lang="en-IN"/>
        </a:p>
      </dgm:t>
    </dgm:pt>
    <dgm:pt modelId="{AEC52063-F783-4AE2-94A7-E42366A84847}" type="sibTrans" cxnId="{26BD127B-C540-4F39-ACC8-06E3B1BDAEDA}">
      <dgm:prSet/>
      <dgm:spPr/>
      <dgm:t>
        <a:bodyPr/>
        <a:lstStyle/>
        <a:p>
          <a:endParaRPr lang="en-IN"/>
        </a:p>
      </dgm:t>
    </dgm:pt>
    <dgm:pt modelId="{1E228D87-8C3C-4CC0-95BA-BCB521BE681E}">
      <dgm:prSet/>
      <dgm:spPr/>
      <dgm:t>
        <a:bodyPr/>
        <a:lstStyle/>
        <a:p>
          <a:r>
            <a:rPr lang="en-US" b="1" dirty="0"/>
            <a:t>Reflection-Proof:</a:t>
          </a:r>
          <a:r>
            <a:rPr lang="en-US" dirty="0"/>
            <a:t> Java prevents reflective instantiation of </a:t>
          </a:r>
          <a:r>
            <a:rPr lang="en-US" dirty="0" err="1"/>
            <a:t>enums</a:t>
          </a:r>
          <a:r>
            <a:rPr lang="en-US" dirty="0"/>
            <a:t>. Attempting to use </a:t>
          </a:r>
          <a:r>
            <a:rPr lang="en-US" dirty="0" err="1"/>
            <a:t>Constructor.newInstance</a:t>
          </a:r>
          <a:r>
            <a:rPr lang="en-US" dirty="0"/>
            <a:t>() on an </a:t>
          </a:r>
          <a:r>
            <a:rPr lang="en-US" dirty="0" err="1"/>
            <a:t>enum</a:t>
          </a:r>
          <a:r>
            <a:rPr lang="en-US" dirty="0"/>
            <a:t> will throw an </a:t>
          </a:r>
          <a:r>
            <a:rPr lang="en-US" dirty="0" err="1"/>
            <a:t>IllegalArgumentException</a:t>
          </a:r>
          <a:r>
            <a:rPr lang="en-US" dirty="0"/>
            <a:t>.</a:t>
          </a:r>
          <a:endParaRPr lang="en-IN" dirty="0"/>
        </a:p>
      </dgm:t>
    </dgm:pt>
    <dgm:pt modelId="{1CBC1872-E2C9-410B-822A-C5D8A7A4000F}" type="parTrans" cxnId="{E7E22891-088D-4436-8543-53B192B9D2C7}">
      <dgm:prSet/>
      <dgm:spPr/>
      <dgm:t>
        <a:bodyPr/>
        <a:lstStyle/>
        <a:p>
          <a:endParaRPr lang="en-IN"/>
        </a:p>
      </dgm:t>
    </dgm:pt>
    <dgm:pt modelId="{B4503BAC-1E3D-4595-9FBD-4763EE2EFC3E}" type="sibTrans" cxnId="{E7E22891-088D-4436-8543-53B192B9D2C7}">
      <dgm:prSet/>
      <dgm:spPr/>
      <dgm:t>
        <a:bodyPr/>
        <a:lstStyle/>
        <a:p>
          <a:endParaRPr lang="en-IN"/>
        </a:p>
      </dgm:t>
    </dgm:pt>
    <dgm:pt modelId="{40C771F7-D8B0-41DF-A43D-5344B7843F84}">
      <dgm:prSet/>
      <dgm:spPr/>
      <dgm:t>
        <a:bodyPr/>
        <a:lstStyle/>
        <a:p>
          <a:r>
            <a:rPr lang="en-US" b="1" dirty="0"/>
            <a:t>Simplicity:</a:t>
          </a:r>
          <a:r>
            <a:rPr lang="en-US" dirty="0"/>
            <a:t> It requires minimal boilerplate code compared to traditional private constructor method</a:t>
          </a:r>
          <a:endParaRPr lang="en-IN" dirty="0"/>
        </a:p>
      </dgm:t>
    </dgm:pt>
    <dgm:pt modelId="{A0698362-4490-4727-BEBB-EDEFFF0AE1F2}" type="parTrans" cxnId="{318F2078-89A8-4104-996E-6AED400DF69F}">
      <dgm:prSet/>
      <dgm:spPr/>
      <dgm:t>
        <a:bodyPr/>
        <a:lstStyle/>
        <a:p>
          <a:endParaRPr lang="en-IN"/>
        </a:p>
      </dgm:t>
    </dgm:pt>
    <dgm:pt modelId="{D7655B10-EFB5-4585-8826-4BBD5BE7CCC0}" type="sibTrans" cxnId="{318F2078-89A8-4104-996E-6AED400DF69F}">
      <dgm:prSet/>
      <dgm:spPr/>
      <dgm:t>
        <a:bodyPr/>
        <a:lstStyle/>
        <a:p>
          <a:endParaRPr lang="en-IN"/>
        </a:p>
      </dgm:t>
    </dgm:pt>
    <dgm:pt modelId="{4F8D7BBA-04DA-472B-A315-1849E736D7E3}" type="pres">
      <dgm:prSet presAssocID="{AA5F2B75-9EBC-465A-823E-7EC0F84B569D}" presName="linear" presStyleCnt="0">
        <dgm:presLayoutVars>
          <dgm:animLvl val="lvl"/>
          <dgm:resizeHandles val="exact"/>
        </dgm:presLayoutVars>
      </dgm:prSet>
      <dgm:spPr/>
    </dgm:pt>
    <dgm:pt modelId="{B112A298-DE4C-428D-8A6A-BE6820519421}" type="pres">
      <dgm:prSet presAssocID="{584DBC48-04CD-4954-9D44-AADE55C8B89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F16D2E1-64DC-4318-9FF3-814688E28B82}" type="pres">
      <dgm:prSet presAssocID="{584DBC48-04CD-4954-9D44-AADE55C8B89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D5BB62B-F04A-4797-B26B-69E6FD8D07B9}" type="presOf" srcId="{40C771F7-D8B0-41DF-A43D-5344B7843F84}" destId="{5F16D2E1-64DC-4318-9FF3-814688E28B82}" srcOrd="0" destOrd="3" presId="urn:microsoft.com/office/officeart/2005/8/layout/vList2"/>
    <dgm:cxn modelId="{6A549838-0C99-4EA5-AAB9-D8A53C3B174D}" type="presOf" srcId="{F4CF0E62-9264-4DE9-AA53-73056DE59D65}" destId="{5F16D2E1-64DC-4318-9FF3-814688E28B82}" srcOrd="0" destOrd="0" presId="urn:microsoft.com/office/officeart/2005/8/layout/vList2"/>
    <dgm:cxn modelId="{63AB585E-5C59-4CF3-8BBF-0D52348FB604}" type="presOf" srcId="{584DBC48-04CD-4954-9D44-AADE55C8B895}" destId="{B112A298-DE4C-428D-8A6A-BE6820519421}" srcOrd="0" destOrd="0" presId="urn:microsoft.com/office/officeart/2005/8/layout/vList2"/>
    <dgm:cxn modelId="{284D9F42-3690-4AAB-B5BF-3E7F472362C8}" type="presOf" srcId="{1E228D87-8C3C-4CC0-95BA-BCB521BE681E}" destId="{5F16D2E1-64DC-4318-9FF3-814688E28B82}" srcOrd="0" destOrd="2" presId="urn:microsoft.com/office/officeart/2005/8/layout/vList2"/>
    <dgm:cxn modelId="{D31BC168-4178-40A0-92C8-0B404764EEA6}" type="presOf" srcId="{AA5F2B75-9EBC-465A-823E-7EC0F84B569D}" destId="{4F8D7BBA-04DA-472B-A315-1849E736D7E3}" srcOrd="0" destOrd="0" presId="urn:microsoft.com/office/officeart/2005/8/layout/vList2"/>
    <dgm:cxn modelId="{318F2078-89A8-4104-996E-6AED400DF69F}" srcId="{584DBC48-04CD-4954-9D44-AADE55C8B895}" destId="{40C771F7-D8B0-41DF-A43D-5344B7843F84}" srcOrd="3" destOrd="0" parTransId="{A0698362-4490-4727-BEBB-EDEFFF0AE1F2}" sibTransId="{D7655B10-EFB5-4585-8826-4BBD5BE7CCC0}"/>
    <dgm:cxn modelId="{1C50D558-DA4E-45DC-BF4C-F9246E60E573}" srcId="{AA5F2B75-9EBC-465A-823E-7EC0F84B569D}" destId="{584DBC48-04CD-4954-9D44-AADE55C8B895}" srcOrd="0" destOrd="0" parTransId="{A8F86D4C-CF42-4FFD-AC30-D09BF6423727}" sibTransId="{A6273FC9-195A-4E8B-9A0F-C7F1F9C6CFA5}"/>
    <dgm:cxn modelId="{26BD127B-C540-4F39-ACC8-06E3B1BDAEDA}" srcId="{584DBC48-04CD-4954-9D44-AADE55C8B895}" destId="{B96203E7-0CA8-4909-96B7-39AF77CE72EF}" srcOrd="1" destOrd="0" parTransId="{16EBE025-9186-44DA-AA64-FDF5F15C2C90}" sibTransId="{AEC52063-F783-4AE2-94A7-E42366A84847}"/>
    <dgm:cxn modelId="{E7E22891-088D-4436-8543-53B192B9D2C7}" srcId="{584DBC48-04CD-4954-9D44-AADE55C8B895}" destId="{1E228D87-8C3C-4CC0-95BA-BCB521BE681E}" srcOrd="2" destOrd="0" parTransId="{1CBC1872-E2C9-410B-822A-C5D8A7A4000F}" sibTransId="{B4503BAC-1E3D-4595-9FBD-4763EE2EFC3E}"/>
    <dgm:cxn modelId="{39BF63C7-E8A1-478F-A4C1-522A982BA768}" srcId="{584DBC48-04CD-4954-9D44-AADE55C8B895}" destId="{F4CF0E62-9264-4DE9-AA53-73056DE59D65}" srcOrd="0" destOrd="0" parTransId="{23B9F9A0-C5B7-4DA9-AA62-46E26D865281}" sibTransId="{C6939F21-D8F6-4EC0-8925-E7AB3FFCE0F2}"/>
    <dgm:cxn modelId="{BFA9CEF1-4554-4714-9DCF-620FE5028E61}" type="presOf" srcId="{B96203E7-0CA8-4909-96B7-39AF77CE72EF}" destId="{5F16D2E1-64DC-4318-9FF3-814688E28B82}" srcOrd="0" destOrd="1" presId="urn:microsoft.com/office/officeart/2005/8/layout/vList2"/>
    <dgm:cxn modelId="{9E9F7770-7C50-485D-AEE9-880E7D5E916E}" type="presParOf" srcId="{4F8D7BBA-04DA-472B-A315-1849E736D7E3}" destId="{B112A298-DE4C-428D-8A6A-BE6820519421}" srcOrd="0" destOrd="0" presId="urn:microsoft.com/office/officeart/2005/8/layout/vList2"/>
    <dgm:cxn modelId="{37DF9947-51BE-467A-8236-DBDB4DD27352}" type="presParOf" srcId="{4F8D7BBA-04DA-472B-A315-1849E736D7E3}" destId="{5F16D2E1-64DC-4318-9FF3-814688E28B8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42405F1-CCEC-499A-BD7C-3182CAC8D9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F550B48-488D-4131-8E95-36F6DA7B79E3}">
      <dgm:prSet/>
      <dgm:spPr/>
      <dgm:t>
        <a:bodyPr/>
        <a:lstStyle/>
        <a:p>
          <a:r>
            <a:rPr lang="en-IN"/>
            <a:t>Closed:</a:t>
          </a:r>
        </a:p>
      </dgm:t>
    </dgm:pt>
    <dgm:pt modelId="{6376385B-CE72-4DEB-97FB-EA947CA48B43}" type="parTrans" cxnId="{89C61F6D-4802-4D5A-897B-20671CD3C74F}">
      <dgm:prSet/>
      <dgm:spPr/>
      <dgm:t>
        <a:bodyPr/>
        <a:lstStyle/>
        <a:p>
          <a:endParaRPr lang="en-IN"/>
        </a:p>
      </dgm:t>
    </dgm:pt>
    <dgm:pt modelId="{260F507E-F0BB-4148-BFB0-92C74ED864B7}" type="sibTrans" cxnId="{89C61F6D-4802-4D5A-897B-20671CD3C74F}">
      <dgm:prSet/>
      <dgm:spPr/>
      <dgm:t>
        <a:bodyPr/>
        <a:lstStyle/>
        <a:p>
          <a:endParaRPr lang="en-IN"/>
        </a:p>
      </dgm:t>
    </dgm:pt>
    <dgm:pt modelId="{DEBDD96D-D6A7-4173-AAD8-77564A0AC269}">
      <dgm:prSet/>
      <dgm:spPr/>
      <dgm:t>
        <a:bodyPr/>
        <a:lstStyle/>
        <a:p>
          <a:r>
            <a:rPr lang="en-IN"/>
            <a:t>Requests flow normally</a:t>
          </a:r>
        </a:p>
      </dgm:t>
    </dgm:pt>
    <dgm:pt modelId="{F198DA21-60AA-4BAD-B7BE-6575157F2855}" type="parTrans" cxnId="{E15FE281-FB8F-4A48-9200-71192EE21243}">
      <dgm:prSet/>
      <dgm:spPr/>
      <dgm:t>
        <a:bodyPr/>
        <a:lstStyle/>
        <a:p>
          <a:endParaRPr lang="en-IN"/>
        </a:p>
      </dgm:t>
    </dgm:pt>
    <dgm:pt modelId="{3464ED58-D8E0-4F5C-A430-3FCE1981C2E5}" type="sibTrans" cxnId="{E15FE281-FB8F-4A48-9200-71192EE21243}">
      <dgm:prSet/>
      <dgm:spPr/>
      <dgm:t>
        <a:bodyPr/>
        <a:lstStyle/>
        <a:p>
          <a:endParaRPr lang="en-IN"/>
        </a:p>
      </dgm:t>
    </dgm:pt>
    <dgm:pt modelId="{138AC4BD-100B-41A9-A8FF-C2455C5F9587}">
      <dgm:prSet/>
      <dgm:spPr/>
      <dgm:t>
        <a:bodyPr/>
        <a:lstStyle/>
        <a:p>
          <a:r>
            <a:rPr lang="en-IN"/>
            <a:t>Open:</a:t>
          </a:r>
        </a:p>
      </dgm:t>
    </dgm:pt>
    <dgm:pt modelId="{7615900F-080A-462F-8D57-4D7FDA470593}" type="parTrans" cxnId="{1D08BF42-00F5-43CD-8F20-D4955083E11D}">
      <dgm:prSet/>
      <dgm:spPr/>
      <dgm:t>
        <a:bodyPr/>
        <a:lstStyle/>
        <a:p>
          <a:endParaRPr lang="en-IN"/>
        </a:p>
      </dgm:t>
    </dgm:pt>
    <dgm:pt modelId="{834DE128-08D7-43F4-894C-E96CED5F1891}" type="sibTrans" cxnId="{1D08BF42-00F5-43CD-8F20-D4955083E11D}">
      <dgm:prSet/>
      <dgm:spPr/>
      <dgm:t>
        <a:bodyPr/>
        <a:lstStyle/>
        <a:p>
          <a:endParaRPr lang="en-IN"/>
        </a:p>
      </dgm:t>
    </dgm:pt>
    <dgm:pt modelId="{2E2B723E-BC6C-4A5A-ACAA-092C9176F427}">
      <dgm:prSet/>
      <dgm:spPr/>
      <dgm:t>
        <a:bodyPr/>
        <a:lstStyle/>
        <a:p>
          <a:r>
            <a:rPr lang="en-IN"/>
            <a:t>Requests blocked</a:t>
          </a:r>
        </a:p>
      </dgm:t>
    </dgm:pt>
    <dgm:pt modelId="{59D64646-1FE6-4884-9CDB-A70347ABF174}" type="parTrans" cxnId="{D91489A6-C6A2-4E42-800C-7C975F76B5C8}">
      <dgm:prSet/>
      <dgm:spPr/>
      <dgm:t>
        <a:bodyPr/>
        <a:lstStyle/>
        <a:p>
          <a:endParaRPr lang="en-IN"/>
        </a:p>
      </dgm:t>
    </dgm:pt>
    <dgm:pt modelId="{D37B098C-57A8-464D-9401-985EE3D37AD1}" type="sibTrans" cxnId="{D91489A6-C6A2-4E42-800C-7C975F76B5C8}">
      <dgm:prSet/>
      <dgm:spPr/>
      <dgm:t>
        <a:bodyPr/>
        <a:lstStyle/>
        <a:p>
          <a:endParaRPr lang="en-IN"/>
        </a:p>
      </dgm:t>
    </dgm:pt>
    <dgm:pt modelId="{C04F83FE-76C8-4A2E-818E-61E660080897}">
      <dgm:prSet/>
      <dgm:spPr/>
      <dgm:t>
        <a:bodyPr/>
        <a:lstStyle/>
        <a:p>
          <a:r>
            <a:rPr lang="en-IN"/>
            <a:t>Half Open:</a:t>
          </a:r>
        </a:p>
      </dgm:t>
    </dgm:pt>
    <dgm:pt modelId="{EB5A7090-B8C4-4765-85E7-4DCF5FF0C9AC}" type="parTrans" cxnId="{5E880C4C-0625-44C8-8149-03126FA48E8D}">
      <dgm:prSet/>
      <dgm:spPr/>
      <dgm:t>
        <a:bodyPr/>
        <a:lstStyle/>
        <a:p>
          <a:endParaRPr lang="en-IN"/>
        </a:p>
      </dgm:t>
    </dgm:pt>
    <dgm:pt modelId="{45DAAD85-BAF8-4D4F-87CC-177FF7530340}" type="sibTrans" cxnId="{5E880C4C-0625-44C8-8149-03126FA48E8D}">
      <dgm:prSet/>
      <dgm:spPr/>
      <dgm:t>
        <a:bodyPr/>
        <a:lstStyle/>
        <a:p>
          <a:endParaRPr lang="en-IN"/>
        </a:p>
      </dgm:t>
    </dgm:pt>
    <dgm:pt modelId="{E8B16CE4-C5AE-42E9-91F1-563B7380FF21}">
      <dgm:prSet/>
      <dgm:spPr/>
      <dgm:t>
        <a:bodyPr/>
        <a:lstStyle/>
        <a:p>
          <a:r>
            <a:rPr lang="en-IN"/>
            <a:t>Limited requests allowed</a:t>
          </a:r>
        </a:p>
      </dgm:t>
    </dgm:pt>
    <dgm:pt modelId="{A7278169-25AA-40B7-9DDF-5EABF6A98DFE}" type="parTrans" cxnId="{B2CF55A0-05F7-4644-96E9-BC7961D4473A}">
      <dgm:prSet/>
      <dgm:spPr/>
      <dgm:t>
        <a:bodyPr/>
        <a:lstStyle/>
        <a:p>
          <a:endParaRPr lang="en-IN"/>
        </a:p>
      </dgm:t>
    </dgm:pt>
    <dgm:pt modelId="{83D3046A-1BA2-4254-8124-078D22AB67DE}" type="sibTrans" cxnId="{B2CF55A0-05F7-4644-96E9-BC7961D4473A}">
      <dgm:prSet/>
      <dgm:spPr/>
      <dgm:t>
        <a:bodyPr/>
        <a:lstStyle/>
        <a:p>
          <a:endParaRPr lang="en-IN"/>
        </a:p>
      </dgm:t>
    </dgm:pt>
    <dgm:pt modelId="{0A87DD2B-712A-4009-A48B-DF04047526DB}" type="pres">
      <dgm:prSet presAssocID="{F42405F1-CCEC-499A-BD7C-3182CAC8D954}" presName="linear" presStyleCnt="0">
        <dgm:presLayoutVars>
          <dgm:animLvl val="lvl"/>
          <dgm:resizeHandles val="exact"/>
        </dgm:presLayoutVars>
      </dgm:prSet>
      <dgm:spPr/>
    </dgm:pt>
    <dgm:pt modelId="{64B1E0B0-2A07-4772-A000-6E8E3F0C68DE}" type="pres">
      <dgm:prSet presAssocID="{7F550B48-488D-4131-8E95-36F6DA7B79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011EBF2-2519-4EBB-8C1F-2A1113FA344A}" type="pres">
      <dgm:prSet presAssocID="{7F550B48-488D-4131-8E95-36F6DA7B79E3}" presName="childText" presStyleLbl="revTx" presStyleIdx="0" presStyleCnt="3">
        <dgm:presLayoutVars>
          <dgm:bulletEnabled val="1"/>
        </dgm:presLayoutVars>
      </dgm:prSet>
      <dgm:spPr/>
    </dgm:pt>
    <dgm:pt modelId="{42EF9B43-CB13-468F-8B63-32616E486B51}" type="pres">
      <dgm:prSet presAssocID="{138AC4BD-100B-41A9-A8FF-C2455C5F95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E024090-90F4-4692-AB4F-CF6A8508AC31}" type="pres">
      <dgm:prSet presAssocID="{138AC4BD-100B-41A9-A8FF-C2455C5F9587}" presName="childText" presStyleLbl="revTx" presStyleIdx="1" presStyleCnt="3">
        <dgm:presLayoutVars>
          <dgm:bulletEnabled val="1"/>
        </dgm:presLayoutVars>
      </dgm:prSet>
      <dgm:spPr/>
    </dgm:pt>
    <dgm:pt modelId="{306714F2-36DC-42F6-BDFA-CC6E089EA723}" type="pres">
      <dgm:prSet presAssocID="{C04F83FE-76C8-4A2E-818E-61E6600808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720DEE6-1314-4EB6-8254-AB5D84D3D088}" type="pres">
      <dgm:prSet presAssocID="{C04F83FE-76C8-4A2E-818E-61E66008089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4C0F721-4356-4B00-8330-BA5D0F2EB13A}" type="presOf" srcId="{7F550B48-488D-4131-8E95-36F6DA7B79E3}" destId="{64B1E0B0-2A07-4772-A000-6E8E3F0C68DE}" srcOrd="0" destOrd="0" presId="urn:microsoft.com/office/officeart/2005/8/layout/vList2"/>
    <dgm:cxn modelId="{1D08BF42-00F5-43CD-8F20-D4955083E11D}" srcId="{F42405F1-CCEC-499A-BD7C-3182CAC8D954}" destId="{138AC4BD-100B-41A9-A8FF-C2455C5F9587}" srcOrd="1" destOrd="0" parTransId="{7615900F-080A-462F-8D57-4D7FDA470593}" sibTransId="{834DE128-08D7-43F4-894C-E96CED5F1891}"/>
    <dgm:cxn modelId="{8B4DB344-6580-4D1B-B97E-329044E48CE7}" type="presOf" srcId="{F42405F1-CCEC-499A-BD7C-3182CAC8D954}" destId="{0A87DD2B-712A-4009-A48B-DF04047526DB}" srcOrd="0" destOrd="0" presId="urn:microsoft.com/office/officeart/2005/8/layout/vList2"/>
    <dgm:cxn modelId="{5E880C4C-0625-44C8-8149-03126FA48E8D}" srcId="{F42405F1-CCEC-499A-BD7C-3182CAC8D954}" destId="{C04F83FE-76C8-4A2E-818E-61E660080897}" srcOrd="2" destOrd="0" parTransId="{EB5A7090-B8C4-4765-85E7-4DCF5FF0C9AC}" sibTransId="{45DAAD85-BAF8-4D4F-87CC-177FF7530340}"/>
    <dgm:cxn modelId="{89C61F6D-4802-4D5A-897B-20671CD3C74F}" srcId="{F42405F1-CCEC-499A-BD7C-3182CAC8D954}" destId="{7F550B48-488D-4131-8E95-36F6DA7B79E3}" srcOrd="0" destOrd="0" parTransId="{6376385B-CE72-4DEB-97FB-EA947CA48B43}" sibTransId="{260F507E-F0BB-4148-BFB0-92C74ED864B7}"/>
    <dgm:cxn modelId="{263C8F75-7AF1-4B67-BE47-DF99815AECFF}" type="presOf" srcId="{E8B16CE4-C5AE-42E9-91F1-563B7380FF21}" destId="{B720DEE6-1314-4EB6-8254-AB5D84D3D088}" srcOrd="0" destOrd="0" presId="urn:microsoft.com/office/officeart/2005/8/layout/vList2"/>
    <dgm:cxn modelId="{EE4C357D-6293-41BF-8712-BC6666F50C2A}" type="presOf" srcId="{DEBDD96D-D6A7-4173-AAD8-77564A0AC269}" destId="{F011EBF2-2519-4EBB-8C1F-2A1113FA344A}" srcOrd="0" destOrd="0" presId="urn:microsoft.com/office/officeart/2005/8/layout/vList2"/>
    <dgm:cxn modelId="{E15FE281-FB8F-4A48-9200-71192EE21243}" srcId="{7F550B48-488D-4131-8E95-36F6DA7B79E3}" destId="{DEBDD96D-D6A7-4173-AAD8-77564A0AC269}" srcOrd="0" destOrd="0" parTransId="{F198DA21-60AA-4BAD-B7BE-6575157F2855}" sibTransId="{3464ED58-D8E0-4F5C-A430-3FCE1981C2E5}"/>
    <dgm:cxn modelId="{B2CF55A0-05F7-4644-96E9-BC7961D4473A}" srcId="{C04F83FE-76C8-4A2E-818E-61E660080897}" destId="{E8B16CE4-C5AE-42E9-91F1-563B7380FF21}" srcOrd="0" destOrd="0" parTransId="{A7278169-25AA-40B7-9DDF-5EABF6A98DFE}" sibTransId="{83D3046A-1BA2-4254-8124-078D22AB67DE}"/>
    <dgm:cxn modelId="{D91489A6-C6A2-4E42-800C-7C975F76B5C8}" srcId="{138AC4BD-100B-41A9-A8FF-C2455C5F9587}" destId="{2E2B723E-BC6C-4A5A-ACAA-092C9176F427}" srcOrd="0" destOrd="0" parTransId="{59D64646-1FE6-4884-9CDB-A70347ABF174}" sibTransId="{D37B098C-57A8-464D-9401-985EE3D37AD1}"/>
    <dgm:cxn modelId="{F26A95B0-0189-4C9D-A5AA-892EEE162268}" type="presOf" srcId="{2E2B723E-BC6C-4A5A-ACAA-092C9176F427}" destId="{2E024090-90F4-4692-AB4F-CF6A8508AC31}" srcOrd="0" destOrd="0" presId="urn:microsoft.com/office/officeart/2005/8/layout/vList2"/>
    <dgm:cxn modelId="{2FACA0BA-899F-4C2A-A70F-539C69E63649}" type="presOf" srcId="{138AC4BD-100B-41A9-A8FF-C2455C5F9587}" destId="{42EF9B43-CB13-468F-8B63-32616E486B51}" srcOrd="0" destOrd="0" presId="urn:microsoft.com/office/officeart/2005/8/layout/vList2"/>
    <dgm:cxn modelId="{EF8A47C5-A7E0-406A-8B5F-92B5E10FE440}" type="presOf" srcId="{C04F83FE-76C8-4A2E-818E-61E660080897}" destId="{306714F2-36DC-42F6-BDFA-CC6E089EA723}" srcOrd="0" destOrd="0" presId="urn:microsoft.com/office/officeart/2005/8/layout/vList2"/>
    <dgm:cxn modelId="{5634AFB3-C8AC-4933-8B6A-9E8F14F21409}" type="presParOf" srcId="{0A87DD2B-712A-4009-A48B-DF04047526DB}" destId="{64B1E0B0-2A07-4772-A000-6E8E3F0C68DE}" srcOrd="0" destOrd="0" presId="urn:microsoft.com/office/officeart/2005/8/layout/vList2"/>
    <dgm:cxn modelId="{A81B0635-6149-4F2D-B0A2-D3794053E96F}" type="presParOf" srcId="{0A87DD2B-712A-4009-A48B-DF04047526DB}" destId="{F011EBF2-2519-4EBB-8C1F-2A1113FA344A}" srcOrd="1" destOrd="0" presId="urn:microsoft.com/office/officeart/2005/8/layout/vList2"/>
    <dgm:cxn modelId="{6BC7BD1D-BD37-46BC-9107-2B4512ADF70D}" type="presParOf" srcId="{0A87DD2B-712A-4009-A48B-DF04047526DB}" destId="{42EF9B43-CB13-468F-8B63-32616E486B51}" srcOrd="2" destOrd="0" presId="urn:microsoft.com/office/officeart/2005/8/layout/vList2"/>
    <dgm:cxn modelId="{543CD8CA-05C5-4992-92CC-FB1CC1D9176A}" type="presParOf" srcId="{0A87DD2B-712A-4009-A48B-DF04047526DB}" destId="{2E024090-90F4-4692-AB4F-CF6A8508AC31}" srcOrd="3" destOrd="0" presId="urn:microsoft.com/office/officeart/2005/8/layout/vList2"/>
    <dgm:cxn modelId="{617BB650-FCA7-4AA1-8A53-294F3EC82301}" type="presParOf" srcId="{0A87DD2B-712A-4009-A48B-DF04047526DB}" destId="{306714F2-36DC-42F6-BDFA-CC6E089EA723}" srcOrd="4" destOrd="0" presId="urn:microsoft.com/office/officeart/2005/8/layout/vList2"/>
    <dgm:cxn modelId="{A177F85B-6924-48B7-9C13-A4FB1695AA9D}" type="presParOf" srcId="{0A87DD2B-712A-4009-A48B-DF04047526DB}" destId="{B720DEE6-1314-4EB6-8254-AB5D84D3D08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8000E-809F-4DFD-8D42-38D12AF1E056}">
      <dsp:nvSpPr>
        <dsp:cNvPr id="0" name=""/>
        <dsp:cNvSpPr/>
      </dsp:nvSpPr>
      <dsp:spPr>
        <a:xfrm>
          <a:off x="617219" y="0"/>
          <a:ext cx="6995160" cy="4525963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B9B48-A438-43C5-B85D-C4267505EF74}">
      <dsp:nvSpPr>
        <dsp:cNvPr id="0" name=""/>
        <dsp:cNvSpPr/>
      </dsp:nvSpPr>
      <dsp:spPr>
        <a:xfrm>
          <a:off x="264" y="1357788"/>
          <a:ext cx="2610016" cy="181038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Traditional </a:t>
          </a:r>
        </a:p>
      </dsp:txBody>
      <dsp:txXfrm>
        <a:off x="88640" y="1446164"/>
        <a:ext cx="2433264" cy="1633633"/>
      </dsp:txXfrm>
    </dsp:sp>
    <dsp:sp modelId="{7C2EC48F-869F-4D77-AA11-A95B93C80423}">
      <dsp:nvSpPr>
        <dsp:cNvPr id="0" name=""/>
        <dsp:cNvSpPr/>
      </dsp:nvSpPr>
      <dsp:spPr>
        <a:xfrm>
          <a:off x="2809791" y="1357788"/>
          <a:ext cx="2610016" cy="1810385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Modern </a:t>
          </a:r>
        </a:p>
      </dsp:txBody>
      <dsp:txXfrm>
        <a:off x="2898167" y="1446164"/>
        <a:ext cx="2433264" cy="1633633"/>
      </dsp:txXfrm>
    </dsp:sp>
    <dsp:sp modelId="{99F82AD2-F6C9-4560-9A3C-CAB05B219FEF}">
      <dsp:nvSpPr>
        <dsp:cNvPr id="0" name=""/>
        <dsp:cNvSpPr/>
      </dsp:nvSpPr>
      <dsp:spPr>
        <a:xfrm>
          <a:off x="5619319" y="1357788"/>
          <a:ext cx="2610016" cy="1810385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/>
            <a:t>Microservices</a:t>
          </a:r>
        </a:p>
      </dsp:txBody>
      <dsp:txXfrm>
        <a:off x="5707695" y="1446164"/>
        <a:ext cx="2433264" cy="16336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B4ABF-057C-4689-963C-5E813B4AC345}">
      <dsp:nvSpPr>
        <dsp:cNvPr id="0" name=""/>
        <dsp:cNvSpPr/>
      </dsp:nvSpPr>
      <dsp:spPr>
        <a:xfrm>
          <a:off x="0" y="466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Traditional Java patterns</a:t>
          </a:r>
        </a:p>
      </dsp:txBody>
      <dsp:txXfrm>
        <a:off x="32784" y="79425"/>
        <a:ext cx="8164032" cy="606012"/>
      </dsp:txXfrm>
    </dsp:sp>
    <dsp:sp modelId="{000BCDE2-12CE-4150-BC39-D507E064FB86}">
      <dsp:nvSpPr>
        <dsp:cNvPr id="0" name=""/>
        <dsp:cNvSpPr/>
      </dsp:nvSpPr>
      <dsp:spPr>
        <a:xfrm>
          <a:off x="0" y="79886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Modern Java patterns</a:t>
          </a:r>
        </a:p>
      </dsp:txBody>
      <dsp:txXfrm>
        <a:off x="32784" y="831645"/>
        <a:ext cx="8164032" cy="606012"/>
      </dsp:txXfrm>
    </dsp:sp>
    <dsp:sp modelId="{408595AE-8910-4083-AC0B-BFE5162413BF}">
      <dsp:nvSpPr>
        <dsp:cNvPr id="0" name=""/>
        <dsp:cNvSpPr/>
      </dsp:nvSpPr>
      <dsp:spPr>
        <a:xfrm>
          <a:off x="0" y="155108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Microservice design patterns</a:t>
          </a:r>
        </a:p>
      </dsp:txBody>
      <dsp:txXfrm>
        <a:off x="32784" y="1583865"/>
        <a:ext cx="8164032" cy="606012"/>
      </dsp:txXfrm>
    </dsp:sp>
    <dsp:sp modelId="{D745CBDE-E24F-4ECF-9483-C9C5C811CDE0}">
      <dsp:nvSpPr>
        <dsp:cNvPr id="0" name=""/>
        <dsp:cNvSpPr/>
      </dsp:nvSpPr>
      <dsp:spPr>
        <a:xfrm>
          <a:off x="0" y="230330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Singleton deep dive</a:t>
          </a:r>
        </a:p>
      </dsp:txBody>
      <dsp:txXfrm>
        <a:off x="32784" y="2336085"/>
        <a:ext cx="8164032" cy="606012"/>
      </dsp:txXfrm>
    </dsp:sp>
    <dsp:sp modelId="{E57E4EFA-FAB1-47D5-9FAA-FAAFFC87CC67}">
      <dsp:nvSpPr>
        <dsp:cNvPr id="0" name=""/>
        <dsp:cNvSpPr/>
      </dsp:nvSpPr>
      <dsp:spPr>
        <a:xfrm>
          <a:off x="0" y="305552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Circuit Breaker deep dive</a:t>
          </a:r>
        </a:p>
      </dsp:txBody>
      <dsp:txXfrm>
        <a:off x="32784" y="3088305"/>
        <a:ext cx="8164032" cy="606012"/>
      </dsp:txXfrm>
    </dsp:sp>
    <dsp:sp modelId="{6B8073D0-3395-4413-87A8-663B3D72AE7B}">
      <dsp:nvSpPr>
        <dsp:cNvPr id="0" name=""/>
        <dsp:cNvSpPr/>
      </dsp:nvSpPr>
      <dsp:spPr>
        <a:xfrm>
          <a:off x="0" y="3807741"/>
          <a:ext cx="8229600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• Best practices</a:t>
          </a:r>
        </a:p>
      </dsp:txBody>
      <dsp:txXfrm>
        <a:off x="32784" y="3840525"/>
        <a:ext cx="8164032" cy="606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9B309-AF50-493F-B506-1BDD50A05201}">
      <dsp:nvSpPr>
        <dsp:cNvPr id="0" name=""/>
        <dsp:cNvSpPr/>
      </dsp:nvSpPr>
      <dsp:spPr>
        <a:xfrm>
          <a:off x="0" y="12728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Creational:</a:t>
          </a:r>
        </a:p>
      </dsp:txBody>
      <dsp:txXfrm>
        <a:off x="24588" y="151869"/>
        <a:ext cx="8180424" cy="454509"/>
      </dsp:txXfrm>
    </dsp:sp>
    <dsp:sp modelId="{7DE82980-BFA9-4160-9CED-EF8B153001C4}">
      <dsp:nvSpPr>
        <dsp:cNvPr id="0" name=""/>
        <dsp:cNvSpPr/>
      </dsp:nvSpPr>
      <dsp:spPr>
        <a:xfrm>
          <a:off x="0" y="630966"/>
          <a:ext cx="8229600" cy="11084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Singleton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Factory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Abstract Factory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Builder</a:t>
          </a:r>
        </a:p>
      </dsp:txBody>
      <dsp:txXfrm>
        <a:off x="0" y="630966"/>
        <a:ext cx="8229600" cy="1108485"/>
      </dsp:txXfrm>
    </dsp:sp>
    <dsp:sp modelId="{33F5B253-818E-47E7-BB4C-296096507456}">
      <dsp:nvSpPr>
        <dsp:cNvPr id="0" name=""/>
        <dsp:cNvSpPr/>
      </dsp:nvSpPr>
      <dsp:spPr>
        <a:xfrm>
          <a:off x="0" y="173945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Structural:</a:t>
          </a:r>
        </a:p>
      </dsp:txBody>
      <dsp:txXfrm>
        <a:off x="24588" y="1764039"/>
        <a:ext cx="8180424" cy="454509"/>
      </dsp:txXfrm>
    </dsp:sp>
    <dsp:sp modelId="{AF06C6CE-8836-4197-8EB5-D5A1FEDC7B40}">
      <dsp:nvSpPr>
        <dsp:cNvPr id="0" name=""/>
        <dsp:cNvSpPr/>
      </dsp:nvSpPr>
      <dsp:spPr>
        <a:xfrm>
          <a:off x="0" y="2243136"/>
          <a:ext cx="8229600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Adapter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Decorator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Facade</a:t>
          </a:r>
        </a:p>
      </dsp:txBody>
      <dsp:txXfrm>
        <a:off x="0" y="2243136"/>
        <a:ext cx="8229600" cy="825930"/>
      </dsp:txXfrm>
    </dsp:sp>
    <dsp:sp modelId="{60629576-EC4E-4D48-80B2-348B98977047}">
      <dsp:nvSpPr>
        <dsp:cNvPr id="0" name=""/>
        <dsp:cNvSpPr/>
      </dsp:nvSpPr>
      <dsp:spPr>
        <a:xfrm>
          <a:off x="0" y="306906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Behavioral:</a:t>
          </a:r>
        </a:p>
      </dsp:txBody>
      <dsp:txXfrm>
        <a:off x="24588" y="3093654"/>
        <a:ext cx="8180424" cy="454509"/>
      </dsp:txXfrm>
    </dsp:sp>
    <dsp:sp modelId="{35259ECD-2198-49D9-823F-9487A2F7EAB4}">
      <dsp:nvSpPr>
        <dsp:cNvPr id="0" name=""/>
        <dsp:cNvSpPr/>
      </dsp:nvSpPr>
      <dsp:spPr>
        <a:xfrm>
          <a:off x="0" y="3572751"/>
          <a:ext cx="8229600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Observer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Strategy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600" kern="1200"/>
            <a:t>• Command</a:t>
          </a:r>
        </a:p>
      </dsp:txBody>
      <dsp:txXfrm>
        <a:off x="0" y="3572751"/>
        <a:ext cx="8229600" cy="825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C265C-2C1F-489D-B405-9B404AA448AF}">
      <dsp:nvSpPr>
        <dsp:cNvPr id="0" name=""/>
        <dsp:cNvSpPr/>
      </dsp:nvSpPr>
      <dsp:spPr>
        <a:xfrm>
          <a:off x="0" y="408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Dependency Injection</a:t>
          </a:r>
        </a:p>
      </dsp:txBody>
      <dsp:txXfrm>
        <a:off x="28100" y="68981"/>
        <a:ext cx="8173400" cy="519439"/>
      </dsp:txXfrm>
    </dsp:sp>
    <dsp:sp modelId="{89F27D1F-0738-4BB0-A2BC-8B7897A18EC3}">
      <dsp:nvSpPr>
        <dsp:cNvPr id="0" name=""/>
        <dsp:cNvSpPr/>
      </dsp:nvSpPr>
      <dsp:spPr>
        <a:xfrm>
          <a:off x="0" y="6856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Repository Pattern</a:t>
          </a:r>
        </a:p>
      </dsp:txBody>
      <dsp:txXfrm>
        <a:off x="28100" y="713741"/>
        <a:ext cx="8173400" cy="519439"/>
      </dsp:txXfrm>
    </dsp:sp>
    <dsp:sp modelId="{62B0FB5C-C412-4335-A93E-D5CFE43BF65D}">
      <dsp:nvSpPr>
        <dsp:cNvPr id="0" name=""/>
        <dsp:cNvSpPr/>
      </dsp:nvSpPr>
      <dsp:spPr>
        <a:xfrm>
          <a:off x="0" y="133040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CQRS</a:t>
          </a:r>
        </a:p>
      </dsp:txBody>
      <dsp:txXfrm>
        <a:off x="28100" y="1358501"/>
        <a:ext cx="8173400" cy="519439"/>
      </dsp:txXfrm>
    </dsp:sp>
    <dsp:sp modelId="{86DE6DA7-28C6-4931-8EE4-A8D51A725B90}">
      <dsp:nvSpPr>
        <dsp:cNvPr id="0" name=""/>
        <dsp:cNvSpPr/>
      </dsp:nvSpPr>
      <dsp:spPr>
        <a:xfrm>
          <a:off x="0" y="197516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Event-driven pattern</a:t>
          </a:r>
        </a:p>
      </dsp:txBody>
      <dsp:txXfrm>
        <a:off x="28100" y="2003261"/>
        <a:ext cx="8173400" cy="519439"/>
      </dsp:txXfrm>
    </dsp:sp>
    <dsp:sp modelId="{3170342E-F48D-403F-BC0D-63ADD3ED0BB4}">
      <dsp:nvSpPr>
        <dsp:cNvPr id="0" name=""/>
        <dsp:cNvSpPr/>
      </dsp:nvSpPr>
      <dsp:spPr>
        <a:xfrm>
          <a:off x="0" y="261992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Reactive pattern</a:t>
          </a:r>
        </a:p>
      </dsp:txBody>
      <dsp:txXfrm>
        <a:off x="28100" y="2648021"/>
        <a:ext cx="8173400" cy="519439"/>
      </dsp:txXfrm>
    </dsp:sp>
    <dsp:sp modelId="{85DE088B-2BF2-48C2-9C52-48CCF7D4A21C}">
      <dsp:nvSpPr>
        <dsp:cNvPr id="0" name=""/>
        <dsp:cNvSpPr/>
      </dsp:nvSpPr>
      <dsp:spPr>
        <a:xfrm>
          <a:off x="0" y="326468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Hexagonal Architecture</a:t>
          </a:r>
        </a:p>
      </dsp:txBody>
      <dsp:txXfrm>
        <a:off x="28100" y="3292781"/>
        <a:ext cx="8173400" cy="519439"/>
      </dsp:txXfrm>
    </dsp:sp>
    <dsp:sp modelId="{41F92816-3588-48FB-A669-ECFC9E6D95E4}">
      <dsp:nvSpPr>
        <dsp:cNvPr id="0" name=""/>
        <dsp:cNvSpPr/>
      </dsp:nvSpPr>
      <dsp:spPr>
        <a:xfrm>
          <a:off x="0" y="3909441"/>
          <a:ext cx="822960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• Functional programming style</a:t>
          </a:r>
        </a:p>
      </dsp:txBody>
      <dsp:txXfrm>
        <a:off x="28100" y="3937541"/>
        <a:ext cx="8173400" cy="519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D29B4-F854-4B0A-B7B4-8420A5B09A06}">
      <dsp:nvSpPr>
        <dsp:cNvPr id="0" name=""/>
        <dsp:cNvSpPr/>
      </dsp:nvSpPr>
      <dsp:spPr>
        <a:xfrm>
          <a:off x="0" y="3656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API Gateway</a:t>
          </a:r>
        </a:p>
      </dsp:txBody>
      <dsp:txXfrm>
        <a:off x="24588" y="61149"/>
        <a:ext cx="8180424" cy="454509"/>
      </dsp:txXfrm>
    </dsp:sp>
    <dsp:sp modelId="{EF41DCC2-B5BD-4557-8898-9536133F6B1C}">
      <dsp:nvSpPr>
        <dsp:cNvPr id="0" name=""/>
        <dsp:cNvSpPr/>
      </dsp:nvSpPr>
      <dsp:spPr>
        <a:xfrm>
          <a:off x="0" y="60072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Service Discovery</a:t>
          </a:r>
        </a:p>
      </dsp:txBody>
      <dsp:txXfrm>
        <a:off x="24588" y="625314"/>
        <a:ext cx="8180424" cy="454509"/>
      </dsp:txXfrm>
    </dsp:sp>
    <dsp:sp modelId="{DDE554BC-A88F-4987-A439-7A26A1A16F92}">
      <dsp:nvSpPr>
        <dsp:cNvPr id="0" name=""/>
        <dsp:cNvSpPr/>
      </dsp:nvSpPr>
      <dsp:spPr>
        <a:xfrm>
          <a:off x="0" y="116489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Circuit Breaker</a:t>
          </a:r>
        </a:p>
      </dsp:txBody>
      <dsp:txXfrm>
        <a:off x="24588" y="1189479"/>
        <a:ext cx="8180424" cy="454509"/>
      </dsp:txXfrm>
    </dsp:sp>
    <dsp:sp modelId="{A428BCA4-13B7-4F00-B5B0-2B4A53CF6559}">
      <dsp:nvSpPr>
        <dsp:cNvPr id="0" name=""/>
        <dsp:cNvSpPr/>
      </dsp:nvSpPr>
      <dsp:spPr>
        <a:xfrm>
          <a:off x="0" y="172905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Saga</a:t>
          </a:r>
        </a:p>
      </dsp:txBody>
      <dsp:txXfrm>
        <a:off x="24588" y="1753644"/>
        <a:ext cx="8180424" cy="454509"/>
      </dsp:txXfrm>
    </dsp:sp>
    <dsp:sp modelId="{C8CB4C8F-402D-49FA-988E-F52988EDAF68}">
      <dsp:nvSpPr>
        <dsp:cNvPr id="0" name=""/>
        <dsp:cNvSpPr/>
      </dsp:nvSpPr>
      <dsp:spPr>
        <a:xfrm>
          <a:off x="0" y="229322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CQRS</a:t>
          </a:r>
        </a:p>
      </dsp:txBody>
      <dsp:txXfrm>
        <a:off x="24588" y="2317809"/>
        <a:ext cx="8180424" cy="454509"/>
      </dsp:txXfrm>
    </dsp:sp>
    <dsp:sp modelId="{DAD11F0F-8CB1-44A2-AC53-A53E8902D73B}">
      <dsp:nvSpPr>
        <dsp:cNvPr id="0" name=""/>
        <dsp:cNvSpPr/>
      </dsp:nvSpPr>
      <dsp:spPr>
        <a:xfrm>
          <a:off x="0" y="285738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Event Sourcing</a:t>
          </a:r>
        </a:p>
      </dsp:txBody>
      <dsp:txXfrm>
        <a:off x="24588" y="2881974"/>
        <a:ext cx="8180424" cy="454509"/>
      </dsp:txXfrm>
    </dsp:sp>
    <dsp:sp modelId="{374220C6-5CEC-48B9-9E7F-2449A5DDDF73}">
      <dsp:nvSpPr>
        <dsp:cNvPr id="0" name=""/>
        <dsp:cNvSpPr/>
      </dsp:nvSpPr>
      <dsp:spPr>
        <a:xfrm>
          <a:off x="0" y="3421551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Bulkhead</a:t>
          </a:r>
        </a:p>
      </dsp:txBody>
      <dsp:txXfrm>
        <a:off x="24588" y="3446139"/>
        <a:ext cx="8180424" cy="454509"/>
      </dsp:txXfrm>
    </dsp:sp>
    <dsp:sp modelId="{29E4FE2C-26B3-4AB7-BF05-D689E63F0FD5}">
      <dsp:nvSpPr>
        <dsp:cNvPr id="0" name=""/>
        <dsp:cNvSpPr/>
      </dsp:nvSpPr>
      <dsp:spPr>
        <a:xfrm>
          <a:off x="0" y="3985716"/>
          <a:ext cx="822960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• Retry Pattern</a:t>
          </a:r>
        </a:p>
      </dsp:txBody>
      <dsp:txXfrm>
        <a:off x="24588" y="4010304"/>
        <a:ext cx="8180424" cy="4545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2A298-DE4C-428D-8A6A-BE6820519421}">
      <dsp:nvSpPr>
        <dsp:cNvPr id="0" name=""/>
        <dsp:cNvSpPr/>
      </dsp:nvSpPr>
      <dsp:spPr>
        <a:xfrm>
          <a:off x="0" y="21051"/>
          <a:ext cx="82296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Why Use Enum for Singletons?</a:t>
          </a:r>
          <a:endParaRPr lang="en-IN" sz="3200" kern="1200" dirty="0"/>
        </a:p>
      </dsp:txBody>
      <dsp:txXfrm>
        <a:off x="37467" y="58518"/>
        <a:ext cx="8154666" cy="692586"/>
      </dsp:txXfrm>
    </dsp:sp>
    <dsp:sp modelId="{5F16D2E1-64DC-4318-9FF3-814688E28B82}">
      <dsp:nvSpPr>
        <dsp:cNvPr id="0" name=""/>
        <dsp:cNvSpPr/>
      </dsp:nvSpPr>
      <dsp:spPr>
        <a:xfrm>
          <a:off x="0" y="788572"/>
          <a:ext cx="8229600" cy="490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Thread-Safety:</a:t>
          </a:r>
          <a:r>
            <a:rPr lang="en-US" sz="2500" kern="1200" dirty="0"/>
            <a:t> The JVM guarantees that </a:t>
          </a:r>
          <a:r>
            <a:rPr lang="en-US" sz="2500" kern="1200" dirty="0" err="1"/>
            <a:t>enum</a:t>
          </a:r>
          <a:r>
            <a:rPr lang="en-US" sz="2500" kern="1200" dirty="0"/>
            <a:t> instances are created in a thread-safe manner during class loading, eliminating the need for complex "double-checked locking".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Serialization-Proof:</a:t>
          </a:r>
          <a:r>
            <a:rPr lang="en-US" sz="2500" kern="1200" dirty="0"/>
            <a:t> Unlike traditional classes, the JVM handles </a:t>
          </a:r>
          <a:r>
            <a:rPr lang="en-US" sz="2500" kern="1200" dirty="0" err="1"/>
            <a:t>enum</a:t>
          </a:r>
          <a:r>
            <a:rPr lang="en-US" sz="2500" kern="1200" dirty="0"/>
            <a:t> serialization by returning the existing constant, ensuring that deserialization never creates a second instance.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Reflection-Proof:</a:t>
          </a:r>
          <a:r>
            <a:rPr lang="en-US" sz="2500" kern="1200" dirty="0"/>
            <a:t> Java prevents reflective instantiation of </a:t>
          </a:r>
          <a:r>
            <a:rPr lang="en-US" sz="2500" kern="1200" dirty="0" err="1"/>
            <a:t>enums</a:t>
          </a:r>
          <a:r>
            <a:rPr lang="en-US" sz="2500" kern="1200" dirty="0"/>
            <a:t>. Attempting to use </a:t>
          </a:r>
          <a:r>
            <a:rPr lang="en-US" sz="2500" kern="1200" dirty="0" err="1"/>
            <a:t>Constructor.newInstance</a:t>
          </a:r>
          <a:r>
            <a:rPr lang="en-US" sz="2500" kern="1200" dirty="0"/>
            <a:t>() on an </a:t>
          </a:r>
          <a:r>
            <a:rPr lang="en-US" sz="2500" kern="1200" dirty="0" err="1"/>
            <a:t>enum</a:t>
          </a:r>
          <a:r>
            <a:rPr lang="en-US" sz="2500" kern="1200" dirty="0"/>
            <a:t> will throw an </a:t>
          </a:r>
          <a:r>
            <a:rPr lang="en-US" sz="2500" kern="1200" dirty="0" err="1"/>
            <a:t>IllegalArgumentException</a:t>
          </a:r>
          <a:r>
            <a:rPr lang="en-US" sz="2500" kern="1200" dirty="0"/>
            <a:t>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1" kern="1200" dirty="0"/>
            <a:t>Simplicity:</a:t>
          </a:r>
          <a:r>
            <a:rPr lang="en-US" sz="2500" kern="1200" dirty="0"/>
            <a:t> It requires minimal boilerplate code compared to traditional private constructor method</a:t>
          </a:r>
          <a:endParaRPr lang="en-IN" sz="2500" kern="1200" dirty="0"/>
        </a:p>
      </dsp:txBody>
      <dsp:txXfrm>
        <a:off x="0" y="788572"/>
        <a:ext cx="8229600" cy="49017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B1E0B0-2A07-4772-A000-6E8E3F0C68DE}">
      <dsp:nvSpPr>
        <dsp:cNvPr id="0" name=""/>
        <dsp:cNvSpPr/>
      </dsp:nvSpPr>
      <dsp:spPr>
        <a:xfrm>
          <a:off x="0" y="12734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Closed:</a:t>
          </a:r>
        </a:p>
      </dsp:txBody>
      <dsp:txXfrm>
        <a:off x="43321" y="56055"/>
        <a:ext cx="8142958" cy="800803"/>
      </dsp:txXfrm>
    </dsp:sp>
    <dsp:sp modelId="{F011EBF2-2519-4EBB-8C1F-2A1113FA344A}">
      <dsp:nvSpPr>
        <dsp:cNvPr id="0" name=""/>
        <dsp:cNvSpPr/>
      </dsp:nvSpPr>
      <dsp:spPr>
        <a:xfrm>
          <a:off x="0" y="900179"/>
          <a:ext cx="8229600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/>
            <a:t>Requests flow normally</a:t>
          </a:r>
        </a:p>
      </dsp:txBody>
      <dsp:txXfrm>
        <a:off x="0" y="900179"/>
        <a:ext cx="8229600" cy="612720"/>
      </dsp:txXfrm>
    </dsp:sp>
    <dsp:sp modelId="{42EF9B43-CB13-468F-8B63-32616E486B51}">
      <dsp:nvSpPr>
        <dsp:cNvPr id="0" name=""/>
        <dsp:cNvSpPr/>
      </dsp:nvSpPr>
      <dsp:spPr>
        <a:xfrm>
          <a:off x="0" y="1512899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Open:</a:t>
          </a:r>
        </a:p>
      </dsp:txBody>
      <dsp:txXfrm>
        <a:off x="43321" y="1556220"/>
        <a:ext cx="8142958" cy="800803"/>
      </dsp:txXfrm>
    </dsp:sp>
    <dsp:sp modelId="{2E024090-90F4-4692-AB4F-CF6A8508AC31}">
      <dsp:nvSpPr>
        <dsp:cNvPr id="0" name=""/>
        <dsp:cNvSpPr/>
      </dsp:nvSpPr>
      <dsp:spPr>
        <a:xfrm>
          <a:off x="0" y="2400344"/>
          <a:ext cx="8229600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/>
            <a:t>Requests blocked</a:t>
          </a:r>
        </a:p>
      </dsp:txBody>
      <dsp:txXfrm>
        <a:off x="0" y="2400344"/>
        <a:ext cx="8229600" cy="612720"/>
      </dsp:txXfrm>
    </dsp:sp>
    <dsp:sp modelId="{306714F2-36DC-42F6-BDFA-CC6E089EA723}">
      <dsp:nvSpPr>
        <dsp:cNvPr id="0" name=""/>
        <dsp:cNvSpPr/>
      </dsp:nvSpPr>
      <dsp:spPr>
        <a:xfrm>
          <a:off x="0" y="3013064"/>
          <a:ext cx="8229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Half Open:</a:t>
          </a:r>
        </a:p>
      </dsp:txBody>
      <dsp:txXfrm>
        <a:off x="43321" y="3056385"/>
        <a:ext cx="8142958" cy="800803"/>
      </dsp:txXfrm>
    </dsp:sp>
    <dsp:sp modelId="{B720DEE6-1314-4EB6-8254-AB5D84D3D088}">
      <dsp:nvSpPr>
        <dsp:cNvPr id="0" name=""/>
        <dsp:cNvSpPr/>
      </dsp:nvSpPr>
      <dsp:spPr>
        <a:xfrm>
          <a:off x="0" y="3900509"/>
          <a:ext cx="8229600" cy="61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900" kern="1200"/>
            <a:t>Limited requests allowed</a:t>
          </a:r>
        </a:p>
      </dsp:txBody>
      <dsp:txXfrm>
        <a:off x="0" y="3900509"/>
        <a:ext cx="8229600" cy="61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Java Design Patterns: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15DD8F-CECA-FAF9-BC0A-2383679AA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12523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DD9724-C964-0572-E18E-A90A130059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10302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Traditional (Classic) Java Design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3E9902-3559-5077-C3E4-8468008AE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461037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Java Design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DC8F57-C905-C489-D043-E34F4547CD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32817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Shift from Old to New Patterns?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Old systems:</a:t>
            </a:r>
          </a:p>
          <a:p>
            <a:r>
              <a:rPr dirty="0"/>
              <a:t>• Monolithic applications</a:t>
            </a:r>
          </a:p>
          <a:p>
            <a:r>
              <a:rPr dirty="0"/>
              <a:t>• Tight coupling</a:t>
            </a:r>
          </a:p>
          <a:p>
            <a:r>
              <a:rPr dirty="0"/>
              <a:t>• Synchronous communication</a:t>
            </a:r>
          </a:p>
          <a:p>
            <a:endParaRPr dirty="0"/>
          </a:p>
          <a:p>
            <a:r>
              <a:rPr dirty="0"/>
              <a:t>Modern systems:</a:t>
            </a:r>
          </a:p>
          <a:p>
            <a:r>
              <a:rPr dirty="0"/>
              <a:t>• Cloud-native</a:t>
            </a:r>
          </a:p>
          <a:p>
            <a:r>
              <a:rPr dirty="0"/>
              <a:t>• Distributed systems</a:t>
            </a:r>
          </a:p>
          <a:p>
            <a:r>
              <a:rPr dirty="0"/>
              <a:t>• Scalability</a:t>
            </a:r>
          </a:p>
          <a:p>
            <a:r>
              <a:rPr dirty="0"/>
              <a:t>• Resilience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 Design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150D67-9AE0-7C2C-6D18-8FDB234D2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8775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 Pattern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only one object instance exists and provides global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 Pattern -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Logger</a:t>
            </a:r>
          </a:p>
          <a:p>
            <a:r>
              <a:t>• Configuration manager</a:t>
            </a:r>
          </a:p>
          <a:p>
            <a:r>
              <a:t>• Cache manager</a:t>
            </a:r>
          </a:p>
          <a:p>
            <a:r>
              <a:t>• Thread pool</a:t>
            </a:r>
          </a:p>
          <a:p>
            <a:r>
              <a:t>• Database connection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Singleton Pattern -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Example:</a:t>
            </a:r>
          </a:p>
          <a:p>
            <a:r>
              <a:t>public class Singleton {</a:t>
            </a:r>
          </a:p>
          <a:p>
            <a:r>
              <a:t> private static Singleton instance;</a:t>
            </a:r>
          </a:p>
          <a:p>
            <a:r>
              <a:t> private Singleton(){}</a:t>
            </a:r>
          </a:p>
          <a:p>
            <a:r>
              <a:t> public static Singleton getInstance(){</a:t>
            </a:r>
          </a:p>
          <a:p>
            <a:r>
              <a:t>  if(instance==null)</a:t>
            </a:r>
          </a:p>
          <a:p>
            <a:r>
              <a:t>      instance=new Singleton();</a:t>
            </a:r>
          </a:p>
          <a:p>
            <a:r>
              <a:t>  return instance;</a:t>
            </a:r>
          </a:p>
          <a:p>
            <a:r>
              <a:t>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Singleton - Issues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Problems:</a:t>
            </a:r>
          </a:p>
          <a:p>
            <a:r>
              <a:t>• Thread safety</a:t>
            </a:r>
          </a:p>
          <a:p>
            <a:r>
              <a:t>• Reflection attack</a:t>
            </a:r>
          </a:p>
          <a:p>
            <a:r>
              <a:t>• Serialization issues</a:t>
            </a:r>
          </a:p>
          <a:p>
            <a:endParaRPr/>
          </a:p>
          <a:p>
            <a:r>
              <a:t>Best approach:</a:t>
            </a:r>
          </a:p>
          <a:p>
            <a:r>
              <a:t>• Enum Singleton</a:t>
            </a:r>
          </a:p>
          <a:p>
            <a:r>
              <a:t>• Double-check locking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86099-6067-CC1D-1995-2263BC05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985C5-9946-9F95-ACE2-F4ECC6A73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public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MySingleton</a:t>
            </a:r>
            <a:r>
              <a:rPr lang="en-US" dirty="0"/>
              <a:t> {</a:t>
            </a:r>
          </a:p>
          <a:p>
            <a:r>
              <a:rPr lang="en-US" dirty="0"/>
              <a:t>    // The single instance of the class</a:t>
            </a:r>
          </a:p>
          <a:p>
            <a:r>
              <a:rPr lang="en-US" dirty="0"/>
              <a:t>    INSTANCE;</a:t>
            </a:r>
          </a:p>
          <a:p>
            <a:endParaRPr lang="en-US" dirty="0"/>
          </a:p>
          <a:p>
            <a:r>
              <a:rPr lang="en-US" dirty="0"/>
              <a:t>    // You can add fields and methods just like a normal class</a:t>
            </a:r>
          </a:p>
          <a:p>
            <a:r>
              <a:rPr lang="en-US" dirty="0"/>
              <a:t>    private int </a:t>
            </a:r>
            <a:r>
              <a:rPr lang="en-US" dirty="0" err="1"/>
              <a:t>connectionCount</a:t>
            </a:r>
            <a:r>
              <a:rPr lang="en-US" dirty="0"/>
              <a:t> = 0;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performAction</a:t>
            </a:r>
            <a:r>
              <a:rPr lang="en-US" dirty="0"/>
              <a:t>() {</a:t>
            </a:r>
          </a:p>
          <a:p>
            <a:r>
              <a:rPr lang="en-US" dirty="0"/>
              <a:t>        </a:t>
            </a:r>
            <a:r>
              <a:rPr lang="en-US" dirty="0" err="1"/>
              <a:t>connectionCount</a:t>
            </a:r>
            <a:r>
              <a:rPr lang="en-US" dirty="0"/>
              <a:t>++;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("Action performed. Count: " + </a:t>
            </a:r>
            <a:r>
              <a:rPr lang="en-US" dirty="0" err="1"/>
              <a:t>connectionCount</a:t>
            </a:r>
            <a:r>
              <a:rPr lang="en-US" dirty="0"/>
              <a:t>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2826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2DA022-FA5D-F5A5-A3EC-373B0331CD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3265123"/>
              </p:ext>
            </p:extLst>
          </p:nvPr>
        </p:nvGraphicFramePr>
        <p:xfrm>
          <a:off x="457200" y="414780"/>
          <a:ext cx="8229600" cy="5711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77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Pattern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repeated failures by stopping calls to unhealthy services.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States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D33DE1-A90A-2D20-17ED-C5E7DFDDF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325330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Request sent to Service B</a:t>
            </a:r>
          </a:p>
          <a:p>
            <a:r>
              <a:t>2. Failures increase</a:t>
            </a:r>
          </a:p>
          <a:p>
            <a:r>
              <a:t>3. Threshold exceeded</a:t>
            </a:r>
          </a:p>
          <a:p>
            <a:r>
              <a:t>4. Circuit opens</a:t>
            </a:r>
          </a:p>
          <a:p>
            <a:r>
              <a:t>5. Wait period</a:t>
            </a:r>
          </a:p>
          <a:p>
            <a:r>
              <a:t>6. Half-open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Breaker Java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Resilience4j Example:</a:t>
            </a:r>
          </a:p>
          <a:p>
            <a:r>
              <a:t>@CircuitBreaker(name="paymentService")</a:t>
            </a:r>
          </a:p>
          <a:p>
            <a:r>
              <a:t>public String payment(){</a:t>
            </a:r>
          </a:p>
          <a:p>
            <a:r>
              <a:t> return client.call();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501</Words>
  <Application>Microsoft Office PowerPoint</Application>
  <PresentationFormat>On-screen Show (4:3)</PresentationFormat>
  <Paragraphs>120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Java Design Patterns:</vt:lpstr>
      <vt:lpstr>Agenda</vt:lpstr>
      <vt:lpstr>Traditional (Classic) Java Design Patterns</vt:lpstr>
      <vt:lpstr>Modern Java Design Patterns</vt:lpstr>
      <vt:lpstr>Why Shift from Old to New Patterns?</vt:lpstr>
      <vt:lpstr>Microservice Design Patterns</vt:lpstr>
      <vt:lpstr>Singleton Pattern - Definition</vt:lpstr>
      <vt:lpstr>Singleton Pattern - Use Cases</vt:lpstr>
      <vt:lpstr>Singleton Pattern - Implementation</vt:lpstr>
      <vt:lpstr>Singleton - Issues and Best Practices</vt:lpstr>
      <vt:lpstr>PowerPoint Presentation</vt:lpstr>
      <vt:lpstr>PowerPoint Presentation</vt:lpstr>
      <vt:lpstr>Circuit Breaker Pattern - Definition</vt:lpstr>
      <vt:lpstr>Circuit Breaker States</vt:lpstr>
      <vt:lpstr>Circuit Breaker Workflow</vt:lpstr>
      <vt:lpstr>Circuit Breaker Java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vishwa rudra</cp:lastModifiedBy>
  <cp:revision>9</cp:revision>
  <dcterms:created xsi:type="dcterms:W3CDTF">2013-01-27T09:14:16Z</dcterms:created>
  <dcterms:modified xsi:type="dcterms:W3CDTF">2026-05-23T09:14:07Z</dcterms:modified>
  <cp:category/>
</cp:coreProperties>
</file>